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46ead96abb40bf" /><Relationship Type="http://schemas.openxmlformats.org/officeDocument/2006/relationships/extended-properties" Target="/docProps/app.xml" Id="R7b0feb3153f44d76" /><Relationship Type="http://schemas.openxmlformats.org/officeDocument/2006/relationships/officeDocument" Target="/ppt/presentation.xml" Id="Re1707a7e96b648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00ede4411b409c"/>
  </p:sldMasterIdLst>
  <p:notesMasterIdLst>
    <p:notesMasterId xmlns:r="http://schemas.openxmlformats.org/officeDocument/2006/relationships" r:id="Rda056f3e12dd441e"/>
  </p:notesMasterIdLst>
  <p:sldIdLst>
    <p:sldId xmlns:r="http://schemas.openxmlformats.org/officeDocument/2006/relationships" id="256" r:id="Rd244b77800e54f7c"/>
    <p:sldId xmlns:r="http://schemas.openxmlformats.org/officeDocument/2006/relationships" id="257" r:id="Rd9368a2530e04554"/>
    <p:sldId xmlns:r="http://schemas.openxmlformats.org/officeDocument/2006/relationships" id="258" r:id="R1bd6f38f2aee4738"/>
    <p:sldId xmlns:r="http://schemas.openxmlformats.org/officeDocument/2006/relationships" id="259" r:id="Re1567555c21941a3"/>
    <p:sldId xmlns:r="http://schemas.openxmlformats.org/officeDocument/2006/relationships" id="260" r:id="R0ec5527f60a44f56"/>
    <p:sldId xmlns:r="http://schemas.openxmlformats.org/officeDocument/2006/relationships" id="261" r:id="R7a46613791144e7a"/>
    <p:sldId xmlns:r="http://schemas.openxmlformats.org/officeDocument/2006/relationships" id="262" r:id="R511b50faf61f480b"/>
    <p:sldId xmlns:r="http://schemas.openxmlformats.org/officeDocument/2006/relationships" id="263" r:id="R1b2956e4578545ef"/>
    <p:sldId xmlns:r="http://schemas.openxmlformats.org/officeDocument/2006/relationships" id="264" r:id="R1292e0a0e1474108"/>
    <p:sldId xmlns:r="http://schemas.openxmlformats.org/officeDocument/2006/relationships" id="265" r:id="R92d2409093ec4d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83e478c50d49b4" /><Relationship Type="http://schemas.openxmlformats.org/officeDocument/2006/relationships/slideMaster" Target="/ppt/slideMasters/slideMaster1.xml" Id="R4600ede4411b409c" /><Relationship Type="http://schemas.openxmlformats.org/officeDocument/2006/relationships/notesMaster" Target="/ppt/notesMasters/notesMaster1.xml" Id="Rda056f3e12dd441e" /><Relationship Type="http://schemas.openxmlformats.org/officeDocument/2006/relationships/presProps" Target="/ppt/presProps.xml" Id="R8af54dc9ef78462c" /><Relationship Type="http://schemas.openxmlformats.org/officeDocument/2006/relationships/tableStyles" Target="/ppt/tableStyles.xml" Id="Rbf6282ad17184775" /><Relationship Type="http://schemas.openxmlformats.org/officeDocument/2006/relationships/slide" Target="/ppt/slides/slide1.xml" Id="Rd244b77800e54f7c" /><Relationship Type="http://schemas.openxmlformats.org/officeDocument/2006/relationships/slide" Target="/ppt/slides/slide2.xml" Id="Rd9368a2530e04554" /><Relationship Type="http://schemas.openxmlformats.org/officeDocument/2006/relationships/slide" Target="/ppt/slides/slide3.xml" Id="R1bd6f38f2aee4738" /><Relationship Type="http://schemas.openxmlformats.org/officeDocument/2006/relationships/slide" Target="/ppt/slides/slide4.xml" Id="Re1567555c21941a3" /><Relationship Type="http://schemas.openxmlformats.org/officeDocument/2006/relationships/slide" Target="/ppt/slides/slide5.xml" Id="R0ec5527f60a44f56" /><Relationship Type="http://schemas.openxmlformats.org/officeDocument/2006/relationships/slide" Target="/ppt/slides/slide6.xml" Id="R7a46613791144e7a" /><Relationship Type="http://schemas.openxmlformats.org/officeDocument/2006/relationships/slide" Target="/ppt/slides/slide7.xml" Id="R511b50faf61f480b" /><Relationship Type="http://schemas.openxmlformats.org/officeDocument/2006/relationships/slide" Target="/ppt/slides/slide8.xml" Id="R1b2956e4578545ef" /><Relationship Type="http://schemas.openxmlformats.org/officeDocument/2006/relationships/slide" Target="/ppt/slides/slide9.xml" Id="R1292e0a0e1474108" /><Relationship Type="http://schemas.openxmlformats.org/officeDocument/2006/relationships/slide" Target="/ppt/slides/slide10.xml" Id="R92d2409093ec4d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d78b873e2a4a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b8561b7bcc4352" /><Relationship Type="http://schemas.openxmlformats.org/officeDocument/2006/relationships/notesMaster" Target="/ppt/notesMasters/notesMaster1.xml" Id="R6aeb072e929048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2f3298fe7a4f75" /><Relationship Type="http://schemas.openxmlformats.org/officeDocument/2006/relationships/notesMaster" Target="/ppt/notesMasters/notesMaster1.xml" Id="Rec5740462fa043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c25471437a4541" /><Relationship Type="http://schemas.openxmlformats.org/officeDocument/2006/relationships/notesMaster" Target="/ppt/notesMasters/notesMaster1.xml" Id="R400fc6d8f1c040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367975e105464f" /><Relationship Type="http://schemas.openxmlformats.org/officeDocument/2006/relationships/notesMaster" Target="/ppt/notesMasters/notesMaster1.xml" Id="R653e6a1696c74f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78d9ae1914e6c" /><Relationship Type="http://schemas.openxmlformats.org/officeDocument/2006/relationships/notesMaster" Target="/ppt/notesMasters/notesMaster1.xml" Id="Rb4c7260aba3d43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1616e537454d4f" /><Relationship Type="http://schemas.openxmlformats.org/officeDocument/2006/relationships/notesMaster" Target="/ppt/notesMasters/notesMaster1.xml" Id="R9db8a93621074b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fe8f6609a94c7d" /><Relationship Type="http://schemas.openxmlformats.org/officeDocument/2006/relationships/notesMaster" Target="/ppt/notesMasters/notesMaster1.xml" Id="Re44f4078054349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48d9e3fc1445f0" /><Relationship Type="http://schemas.openxmlformats.org/officeDocument/2006/relationships/notesMaster" Target="/ppt/notesMasters/notesMaster1.xml" Id="Rb5ed7ceaf62648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44c5435635468c" /><Relationship Type="http://schemas.openxmlformats.org/officeDocument/2006/relationships/notesMaster" Target="/ppt/notesMasters/notesMaster1.xml" Id="R3d3b11c5f16b4d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0a547856e1478b" /><Relationship Type="http://schemas.openxmlformats.org/officeDocument/2006/relationships/notesMaster" Target="/ppt/notesMasters/notesMaster1.xml" Id="R6807c456992f46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这是重新开始的工作过程记录，仅记录已经完成的读取、清洗与可视化。后续模型比较和不确定性分析将在下一阶段补充，不把旧成果当作当前学习过程。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使用pandas.read_csv读取UTF-8编码CSV。先检查前几行、形状和数据类型，而不是直接建模。电池编号是个体标识，循环次数是时间顺序，容量是目标变量，温度是条件字段。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检查结果：无缺失、无完全重复行、无电池编号与循环次数冲突、循环从1开始连续；容量为正且数值有限。原始数据无需删点，清洗后仍为636行。不能仅因容量局部回升就判断数据错误。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第一种图保留所有观测，说明完整记录中的退化趋势。第二种限制在所有电池共有的前132次，并用各自首循环容量归一化；避免观察长度与初始容量造成混淆。相对首循环容量不是制造商额定容量口径的SOH。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前三块电池都有168次观测。B0006起始容量最高，但后期容量低于另外两块。线条总体下降但有局部回升。第四块电池记录较短，下一页单独展示完整记录。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B0018首循环1.8550Ah，第132次为1.3411Ah。记录终止不能解释为电池失效，也不能给它补出后续容量。完整四电池叠加图保存在figures/step02/01_capacity_all_cycles.png。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四条曲线均以各自第1次容量为100%。第132次的下降比例：B0005为26.49%，B0006为35.36%，B0007为21.90%，B0018为27.70%。这是这四块电池的描述性结果，不代表总体显著性检验或寿命排名。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从第1次到第132次有131个相邻间隔。最大与最小容量下降比例差13.46个百分点。B0005和B0018的下降比例接近，但不能因此推断它们后续寿命相同。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同一前132次窗口，共131个相邻间隔，容量增加的间隔数依次为22、18、34、21。回升次数多不等于回升幅度大，也不等于电池更健康。本阶段不区分测量误差或恢复效应，现有数据不足以归因。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完成读取清洗和探索性可视化。未来步骤还需至少两种预测方法、按时间划分评估、预测误差和提前预警与寿命外推的不确定性讨论。本页是计划，不是完成声明。用户要求不制作视频。Git保留旧版本，当前移除旧报告与PPT，建立这份过程稿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ece811e8d41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fd9fb56154d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e50513fbd47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1c8dd237949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1398ad16242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982f668ff4f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FCB2CD-8DC5-4720-8DC2-CAB734B0A1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C950A2-974D-4A1D-ADBD-5CD268D2CD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8924F7-1B2C-4D12-B1C1-86161B27B6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6BCE2C-9EB5-4421-AECE-9FE7411C9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E161C7-471E-40B2-AACA-621233C60F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FBDA9C-7903-4A9A-9660-D6B256592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6B3884-07F7-4785-9893-3245F7AD6A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7C4C3A-8C90-40E8-AB94-4B417975D1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0B4185-6724-49B1-AD1D-CA1F4C62F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70E85E-62AE-402A-B083-161FC781E7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38711ce8f44b0" /><Relationship Type="http://schemas.openxmlformats.org/officeDocument/2006/relationships/slideLayout" Target="/ppt/slideLayouts/slideLayout1.xml" Id="Rf03db24f9c9d4cc4" /><Relationship Type="http://schemas.openxmlformats.org/officeDocument/2006/relationships/slideLayout" Target="/ppt/slideLayouts/slideLayout2.xml" Id="Rc8fdddb3978d4390" /><Relationship Type="http://schemas.openxmlformats.org/officeDocument/2006/relationships/slideLayout" Target="/ppt/slideLayouts/slideLayout3.xml" Id="Rb67c9a6674bf4af0" /><Relationship Type="http://schemas.openxmlformats.org/officeDocument/2006/relationships/slideLayout" Target="/ppt/slideLayouts/slideLayout4.xml" Id="R7a69a9f1411e4a2b" /><Relationship Type="http://schemas.openxmlformats.org/officeDocument/2006/relationships/slideLayout" Target="/ppt/slideLayouts/slideLayout5.xml" Id="R847ec7928bb64473" /><Relationship Type="http://schemas.openxmlformats.org/officeDocument/2006/relationships/slideLayout" Target="/ppt/slideLayouts/slideLayout6.xml" Id="R42b3071c811f42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3db24f9c9d4cc4"/>
    <p:sldLayoutId xmlns:r="http://schemas.openxmlformats.org/officeDocument/2006/relationships" id="2147483650" r:id="Rc8fdddb3978d4390"/>
    <p:sldLayoutId xmlns:r="http://schemas.openxmlformats.org/officeDocument/2006/relationships" id="2147483651" r:id="Rb67c9a6674bf4af0"/>
    <p:sldLayoutId xmlns:r="http://schemas.openxmlformats.org/officeDocument/2006/relationships" id="2147483652" r:id="R7a69a9f1411e4a2b"/>
    <p:sldLayoutId xmlns:r="http://schemas.openxmlformats.org/officeDocument/2006/relationships" id="2147483653" r:id="R847ec7928bb64473"/>
    <p:sldLayoutId xmlns:r="http://schemas.openxmlformats.org/officeDocument/2006/relationships" id="2147483654" r:id="R42b3071c811f42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6377cf5824159" /><Relationship Type="http://schemas.openxmlformats.org/officeDocument/2006/relationships/notesSlide" Target="/ppt/notesSlides/notesSlide1.xml" Id="R167a6eef336d45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268a117634b8f" /><Relationship Type="http://schemas.openxmlformats.org/officeDocument/2006/relationships/notesSlide" Target="/ppt/notesSlides/notesSlide2.xml" Id="Ra1cc4b80de214d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32b58fc004dca" /><Relationship Type="http://schemas.openxmlformats.org/officeDocument/2006/relationships/notesSlide" Target="/ppt/notesSlides/notesSlide3.xml" Id="Redf19d45cf8a4a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9de3784004a78" /><Relationship Type="http://schemas.openxmlformats.org/officeDocument/2006/relationships/notesSlide" Target="/ppt/notesSlides/notesSlide4.xml" Id="R03a57b74854a4c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97866a61f437f" /><Relationship Type="http://schemas.openxmlformats.org/officeDocument/2006/relationships/chart" Target="/ppt/slides/charts/chart1.xml" Id="R93ba5eba79e64dcf" /><Relationship Type="http://schemas.openxmlformats.org/officeDocument/2006/relationships/notesSlide" Target="/ppt/notesSlides/notesSlide5.xml" Id="Rcbbc43dc06b748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b55070dc1744c3" /><Relationship Type="http://schemas.openxmlformats.org/officeDocument/2006/relationships/chart" Target="/ppt/slides/charts/chart2.xml" Id="R453f957a2b9a41ff" /><Relationship Type="http://schemas.openxmlformats.org/officeDocument/2006/relationships/notesSlide" Target="/ppt/notesSlides/notesSlide6.xml" Id="R85281b59b0dc49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4c0c40a9248a0" /><Relationship Type="http://schemas.openxmlformats.org/officeDocument/2006/relationships/chart" Target="/ppt/slides/charts/chart3.xml" Id="R6837870413164d1d" /><Relationship Type="http://schemas.openxmlformats.org/officeDocument/2006/relationships/notesSlide" Target="/ppt/notesSlides/notesSlide7.xml" Id="R54099a1f07a54e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2ad89353c4644" /><Relationship Type="http://schemas.openxmlformats.org/officeDocument/2006/relationships/chart" Target="/ppt/slides/charts/chart4.xml" Id="Rb0f24df639244676" /><Relationship Type="http://schemas.openxmlformats.org/officeDocument/2006/relationships/notesSlide" Target="/ppt/notesSlides/notesSlide8.xml" Id="R427b605b220944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296a8557f4421d" /><Relationship Type="http://schemas.openxmlformats.org/officeDocument/2006/relationships/notesSlide" Target="/ppt/notesSlides/notesSlide9.xml" Id="Re64f795d284e43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633ac6342648f5" /><Relationship Type="http://schemas.openxmlformats.org/officeDocument/2006/relationships/notesSlide" Target="/ppt/notesSlides/notesSlide10.xml" Id="R30a4ebf354b8423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B0005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Data'!$A$2:$A$169</c:f>
              <c:numCache>
                <c:formatCode>General</c:formatCode>
                <c:ptCount val="16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</c:numCache>
            </c:numRef>
          </c:cat>
          <c:val>
            <c:numRef>
              <c:f>'Chart Data'!$B$2:$B$169</c:f>
              <c:numCache>
                <c:formatCode>General</c:formatCode>
                <c:ptCount val="168"/>
                <c:pt idx="0">
                  <c:v>1.8565</c:v>
                </c:pt>
                <c:pt idx="1">
                  <c:v>1.8463</c:v>
                </c:pt>
                <c:pt idx="2">
                  <c:v>1.8353</c:v>
                </c:pt>
                <c:pt idx="3">
                  <c:v>1.8353</c:v>
                </c:pt>
                <c:pt idx="4">
                  <c:v>1.8346</c:v>
                </c:pt>
                <c:pt idx="5">
                  <c:v>1.8357</c:v>
                </c:pt>
                <c:pt idx="6">
                  <c:v>1.8351</c:v>
                </c:pt>
                <c:pt idx="7">
                  <c:v>1.8258</c:v>
                </c:pt>
                <c:pt idx="8">
                  <c:v>1.8248</c:v>
                </c:pt>
                <c:pt idx="9">
                  <c:v>1.8246</c:v>
                </c:pt>
                <c:pt idx="10">
                  <c:v>1.8246</c:v>
                </c:pt>
                <c:pt idx="11">
                  <c:v>1.8142</c:v>
                </c:pt>
                <c:pt idx="12">
                  <c:v>1.8138</c:v>
                </c:pt>
                <c:pt idx="13">
                  <c:v>1.8134</c:v>
                </c:pt>
                <c:pt idx="14">
                  <c:v>1.8026</c:v>
                </c:pt>
                <c:pt idx="15">
                  <c:v>1.8021</c:v>
                </c:pt>
                <c:pt idx="16">
                  <c:v>1.8026</c:v>
                </c:pt>
                <c:pt idx="17">
                  <c:v>1.8031</c:v>
                </c:pt>
                <c:pt idx="18">
                  <c:v>1.8028</c:v>
                </c:pt>
                <c:pt idx="19">
                  <c:v>1.847</c:v>
                </c:pt>
                <c:pt idx="20">
                  <c:v>1.8474</c:v>
                </c:pt>
                <c:pt idx="21">
                  <c:v>1.8362</c:v>
                </c:pt>
                <c:pt idx="22">
                  <c:v>1.8258</c:v>
                </c:pt>
                <c:pt idx="23">
                  <c:v>1.8251</c:v>
                </c:pt>
                <c:pt idx="24">
                  <c:v>1.8256</c:v>
                </c:pt>
                <c:pt idx="25">
                  <c:v>1.814</c:v>
                </c:pt>
                <c:pt idx="26">
                  <c:v>1.8148</c:v>
                </c:pt>
                <c:pt idx="27">
                  <c:v>1.814</c:v>
                </c:pt>
                <c:pt idx="28">
                  <c:v>1.8028</c:v>
                </c:pt>
                <c:pt idx="29">
                  <c:v>1.8041</c:v>
                </c:pt>
                <c:pt idx="30">
                  <c:v>1.8518</c:v>
                </c:pt>
                <c:pt idx="31">
                  <c:v>1.8307</c:v>
                </c:pt>
                <c:pt idx="32">
                  <c:v>1.8199</c:v>
                </c:pt>
                <c:pt idx="33">
                  <c:v>1.8093</c:v>
                </c:pt>
                <c:pt idx="34">
                  <c:v>1.8046</c:v>
                </c:pt>
                <c:pt idx="35">
                  <c:v>1.7994</c:v>
                </c:pt>
                <c:pt idx="36">
                  <c:v>1.7884</c:v>
                </c:pt>
                <c:pt idx="37">
                  <c:v>1.7829</c:v>
                </c:pt>
                <c:pt idx="38">
                  <c:v>1.773</c:v>
                </c:pt>
                <c:pt idx="39">
                  <c:v>1.773</c:v>
                </c:pt>
                <c:pt idx="40">
                  <c:v>1.7679</c:v>
                </c:pt>
                <c:pt idx="41">
                  <c:v>1.7623</c:v>
                </c:pt>
                <c:pt idx="42">
                  <c:v>1.7676</c:v>
                </c:pt>
                <c:pt idx="43">
                  <c:v>1.7627</c:v>
                </c:pt>
                <c:pt idx="44">
                  <c:v>1.7517</c:v>
                </c:pt>
                <c:pt idx="45">
                  <c:v>1.7418</c:v>
                </c:pt>
                <c:pt idx="46">
                  <c:v>1.7361</c:v>
                </c:pt>
                <c:pt idx="47">
                  <c:v>1.7936</c:v>
                </c:pt>
                <c:pt idx="48">
                  <c:v>1.7832</c:v>
                </c:pt>
                <c:pt idx="49">
                  <c:v>1.7674</c:v>
                </c:pt>
                <c:pt idx="50">
                  <c:v>1.757</c:v>
                </c:pt>
                <c:pt idx="51">
                  <c:v>1.7469</c:v>
                </c:pt>
                <c:pt idx="52">
                  <c:v>1.7417</c:v>
                </c:pt>
                <c:pt idx="53">
                  <c:v>1.7364</c:v>
                </c:pt>
                <c:pt idx="54">
                  <c:v>1.7263</c:v>
                </c:pt>
                <c:pt idx="55">
                  <c:v>1.7158</c:v>
                </c:pt>
                <c:pt idx="56">
                  <c:v>1.7105</c:v>
                </c:pt>
                <c:pt idx="57">
                  <c:v>1.706</c:v>
                </c:pt>
                <c:pt idx="58">
                  <c:v>1.7003</c:v>
                </c:pt>
                <c:pt idx="59">
                  <c:v>1.6946</c:v>
                </c:pt>
                <c:pt idx="60">
                  <c:v>1.6849</c:v>
                </c:pt>
                <c:pt idx="61">
                  <c:v>1.6745</c:v>
                </c:pt>
                <c:pt idx="62">
                  <c:v>1.6746</c:v>
                </c:pt>
                <c:pt idx="63">
                  <c:v>1.6637</c:v>
                </c:pt>
                <c:pt idx="64">
                  <c:v>1.659</c:v>
                </c:pt>
                <c:pt idx="65">
                  <c:v>1.6539</c:v>
                </c:pt>
                <c:pt idx="66">
                  <c:v>1.6427</c:v>
                </c:pt>
                <c:pt idx="67">
                  <c:v>1.6379</c:v>
                </c:pt>
                <c:pt idx="68">
                  <c:v>1.6327</c:v>
                </c:pt>
                <c:pt idx="69">
                  <c:v>1.6278</c:v>
                </c:pt>
                <c:pt idx="70">
                  <c:v>1.6221</c:v>
                </c:pt>
                <c:pt idx="71">
                  <c:v>1.6113</c:v>
                </c:pt>
                <c:pt idx="72">
                  <c:v>1.6066</c:v>
                </c:pt>
                <c:pt idx="73">
                  <c:v>1.6015</c:v>
                </c:pt>
                <c:pt idx="74">
                  <c:v>1.5904</c:v>
                </c:pt>
                <c:pt idx="75">
                  <c:v>1.5858</c:v>
                </c:pt>
                <c:pt idx="76">
                  <c:v>1.5849</c:v>
                </c:pt>
                <c:pt idx="77">
                  <c:v>1.5955</c:v>
                </c:pt>
                <c:pt idx="78">
                  <c:v>1.5747</c:v>
                </c:pt>
                <c:pt idx="79">
                  <c:v>1.5649</c:v>
                </c:pt>
                <c:pt idx="80">
                  <c:v>1.5598</c:v>
                </c:pt>
                <c:pt idx="81">
                  <c:v>1.5595</c:v>
                </c:pt>
                <c:pt idx="82">
                  <c:v>1.5547</c:v>
                </c:pt>
                <c:pt idx="83">
                  <c:v>1.5489</c:v>
                </c:pt>
                <c:pt idx="84">
                  <c:v>1.5382</c:v>
                </c:pt>
                <c:pt idx="85">
                  <c:v>1.5279</c:v>
                </c:pt>
                <c:pt idx="86">
                  <c:v>1.5285</c:v>
                </c:pt>
                <c:pt idx="87">
                  <c:v>1.5226</c:v>
                </c:pt>
                <c:pt idx="88">
                  <c:v>1.5175</c:v>
                </c:pt>
                <c:pt idx="89">
                  <c:v>1.6058</c:v>
                </c:pt>
                <c:pt idx="90">
                  <c:v>1.5638</c:v>
                </c:pt>
                <c:pt idx="91">
                  <c:v>1.5481</c:v>
                </c:pt>
                <c:pt idx="92">
                  <c:v>1.5324</c:v>
                </c:pt>
                <c:pt idx="93">
                  <c:v>1.527</c:v>
                </c:pt>
                <c:pt idx="94">
                  <c:v>1.517</c:v>
                </c:pt>
                <c:pt idx="95">
                  <c:v>1.5119</c:v>
                </c:pt>
                <c:pt idx="96">
                  <c:v>1.5066</c:v>
                </c:pt>
                <c:pt idx="97">
                  <c:v>1.5015</c:v>
                </c:pt>
                <c:pt idx="98">
                  <c:v>1.4908</c:v>
                </c:pt>
                <c:pt idx="99">
                  <c:v>1.4859</c:v>
                </c:pt>
                <c:pt idx="100">
                  <c:v>1.4804</c:v>
                </c:pt>
                <c:pt idx="101">
                  <c:v>1.4752</c:v>
                </c:pt>
                <c:pt idx="102">
                  <c:v>1.4859</c:v>
                </c:pt>
                <c:pt idx="103">
                  <c:v>1.4961</c:v>
                </c:pt>
                <c:pt idx="104">
                  <c:v>1.4808</c:v>
                </c:pt>
                <c:pt idx="105">
                  <c:v>1.4698</c:v>
                </c:pt>
                <c:pt idx="106">
                  <c:v>1.4539</c:v>
                </c:pt>
                <c:pt idx="107">
                  <c:v>1.4541</c:v>
                </c:pt>
                <c:pt idx="108">
                  <c:v>1.455</c:v>
                </c:pt>
                <c:pt idx="109">
                  <c:v>1.449</c:v>
                </c:pt>
                <c:pt idx="110">
                  <c:v>1.4387</c:v>
                </c:pt>
                <c:pt idx="111">
                  <c:v>1.4334</c:v>
                </c:pt>
                <c:pt idx="112">
                  <c:v>1.4334</c:v>
                </c:pt>
                <c:pt idx="113">
                  <c:v>1.4281</c:v>
                </c:pt>
                <c:pt idx="114">
                  <c:v>1.4229</c:v>
                </c:pt>
                <c:pt idx="115">
                  <c:v>1.4174</c:v>
                </c:pt>
                <c:pt idx="116">
                  <c:v>1.4124</c:v>
                </c:pt>
                <c:pt idx="117">
                  <c:v>1.4126</c:v>
                </c:pt>
                <c:pt idx="118">
                  <c:v>1.4076</c:v>
                </c:pt>
                <c:pt idx="119">
                  <c:v>1.4334</c:v>
                </c:pt>
                <c:pt idx="120">
                  <c:v>1.4383</c:v>
                </c:pt>
                <c:pt idx="121">
                  <c:v>1.4174</c:v>
                </c:pt>
                <c:pt idx="122">
                  <c:v>1.407</c:v>
                </c:pt>
                <c:pt idx="123">
                  <c:v>1.4012</c:v>
                </c:pt>
                <c:pt idx="124">
                  <c:v>1.3967</c:v>
                </c:pt>
                <c:pt idx="125">
                  <c:v>1.3913</c:v>
                </c:pt>
                <c:pt idx="126">
                  <c:v>1.3862</c:v>
                </c:pt>
                <c:pt idx="127">
                  <c:v>1.3804</c:v>
                </c:pt>
                <c:pt idx="128">
                  <c:v>1.3752</c:v>
                </c:pt>
                <c:pt idx="129">
                  <c:v>1.3705</c:v>
                </c:pt>
                <c:pt idx="130">
                  <c:v>1.3705</c:v>
                </c:pt>
                <c:pt idx="131">
                  <c:v>1.3647</c:v>
                </c:pt>
                <c:pt idx="132">
                  <c:v>1.3754</c:v>
                </c:pt>
                <c:pt idx="133">
                  <c:v>1.3861</c:v>
                </c:pt>
                <c:pt idx="134">
                  <c:v>1.3699</c:v>
                </c:pt>
                <c:pt idx="135">
                  <c:v>1.3648</c:v>
                </c:pt>
                <c:pt idx="136">
                  <c:v>1.3543</c:v>
                </c:pt>
                <c:pt idx="137">
                  <c:v>1.3546</c:v>
                </c:pt>
                <c:pt idx="138">
                  <c:v>1.3547</c:v>
                </c:pt>
                <c:pt idx="139">
                  <c:v>1.3493</c:v>
                </c:pt>
                <c:pt idx="140">
                  <c:v>1.3442</c:v>
                </c:pt>
                <c:pt idx="141">
                  <c:v>1.339</c:v>
                </c:pt>
                <c:pt idx="142">
                  <c:v>1.3389</c:v>
                </c:pt>
                <c:pt idx="143">
                  <c:v>1.334</c:v>
                </c:pt>
                <c:pt idx="144">
                  <c:v>1.3286</c:v>
                </c:pt>
                <c:pt idx="145">
                  <c:v>1.3232</c:v>
                </c:pt>
                <c:pt idx="146">
                  <c:v>1.3182</c:v>
                </c:pt>
                <c:pt idx="147">
                  <c:v>1.3185</c:v>
                </c:pt>
                <c:pt idx="148">
                  <c:v>1.3183</c:v>
                </c:pt>
                <c:pt idx="149">
                  <c:v>1.3239</c:v>
                </c:pt>
                <c:pt idx="150">
                  <c:v>1.3601</c:v>
                </c:pt>
                <c:pt idx="151">
                  <c:v>1.3395</c:v>
                </c:pt>
                <c:pt idx="152">
                  <c:v>1.329</c:v>
                </c:pt>
                <c:pt idx="153">
                  <c:v>1.3237</c:v>
                </c:pt>
                <c:pt idx="154">
                  <c:v>1.3186</c:v>
                </c:pt>
                <c:pt idx="155">
                  <c:v>1.3135</c:v>
                </c:pt>
                <c:pt idx="156">
                  <c:v>1.3132</c:v>
                </c:pt>
                <c:pt idx="157">
                  <c:v>1.3078</c:v>
                </c:pt>
                <c:pt idx="158">
                  <c:v>1.303</c:v>
                </c:pt>
                <c:pt idx="159">
                  <c:v>1.3034</c:v>
                </c:pt>
                <c:pt idx="160">
                  <c:v>1.3034</c:v>
                </c:pt>
                <c:pt idx="161">
                  <c:v>1.2979</c:v>
                </c:pt>
                <c:pt idx="162">
                  <c:v>1.2981</c:v>
                </c:pt>
                <c:pt idx="163">
                  <c:v>1.2935</c:v>
                </c:pt>
                <c:pt idx="164">
                  <c:v>1.288</c:v>
                </c:pt>
                <c:pt idx="165">
                  <c:v>1.2875</c:v>
                </c:pt>
                <c:pt idx="166">
                  <c:v>1.309</c:v>
                </c:pt>
                <c:pt idx="167">
                  <c:v>1.3251</c:v>
                </c:pt>
              </c:numCache>
            </c:numRef>
          </c:val>
        </c:ser>
        <c:ser>
          <c:idx val="1"/>
          <c:order val="1"/>
          <c:tx>
            <c:v>B0006</c:v>
          </c:tx>
          <c:spPr>
            <a:solidFill xmlns:a="http://schemas.openxmlformats.org/drawingml/2006/main">
              <a:srgbClr val="D3662E"/>
            </a:solidFill>
          </c:spPr>
          <c:marker>
            <c:symbol val="none"/>
          </c:marker>
          <c:cat>
            <c:numRef>
              <c:f>'Chart Data'!$C$2:$C$169</c:f>
              <c:numCache>
                <c:formatCode>General</c:formatCode>
                <c:ptCount val="16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</c:numCache>
            </c:numRef>
          </c:cat>
          <c:val>
            <c:numRef>
              <c:f>'Chart Data'!$D$2:$D$169</c:f>
              <c:numCache>
                <c:formatCode>General</c:formatCode>
                <c:ptCount val="168"/>
                <c:pt idx="0">
                  <c:v>2.0353</c:v>
                </c:pt>
                <c:pt idx="1">
                  <c:v>2.0251</c:v>
                </c:pt>
                <c:pt idx="2">
                  <c:v>2.0133</c:v>
                </c:pt>
                <c:pt idx="3">
                  <c:v>2.0133</c:v>
                </c:pt>
                <c:pt idx="4">
                  <c:v>2.0005</c:v>
                </c:pt>
                <c:pt idx="5">
                  <c:v>2.0139</c:v>
                </c:pt>
                <c:pt idx="6">
                  <c:v>2.0131</c:v>
                </c:pt>
                <c:pt idx="7">
                  <c:v>1.9688</c:v>
                </c:pt>
                <c:pt idx="8">
                  <c:v>1.9682</c:v>
                </c:pt>
                <c:pt idx="9">
                  <c:v>1.9572</c:v>
                </c:pt>
                <c:pt idx="10">
                  <c:v>1.9456</c:v>
                </c:pt>
                <c:pt idx="11">
                  <c:v>1.9348</c:v>
                </c:pt>
                <c:pt idx="12">
                  <c:v>1.9233</c:v>
                </c:pt>
                <c:pt idx="13">
                  <c:v>1.9119</c:v>
                </c:pt>
                <c:pt idx="14">
                  <c:v>1.9011</c:v>
                </c:pt>
                <c:pt idx="15">
                  <c:v>1.8892</c:v>
                </c:pt>
                <c:pt idx="16">
                  <c:v>1.8783</c:v>
                </c:pt>
                <c:pt idx="17">
                  <c:v>1.8676</c:v>
                </c:pt>
                <c:pt idx="18">
                  <c:v>1.8676</c:v>
                </c:pt>
                <c:pt idx="19">
                  <c:v>1.9796</c:v>
                </c:pt>
                <c:pt idx="20">
                  <c:v>1.9575</c:v>
                </c:pt>
                <c:pt idx="21">
                  <c:v>1.9458</c:v>
                </c:pt>
                <c:pt idx="22">
                  <c:v>1.9242</c:v>
                </c:pt>
                <c:pt idx="23">
                  <c:v>1.946</c:v>
                </c:pt>
                <c:pt idx="24">
                  <c:v>1.9014</c:v>
                </c:pt>
                <c:pt idx="25">
                  <c:v>1.8787</c:v>
                </c:pt>
                <c:pt idx="26">
                  <c:v>1.8683</c:v>
                </c:pt>
                <c:pt idx="27">
                  <c:v>1.856</c:v>
                </c:pt>
                <c:pt idx="28">
                  <c:v>1.8452</c:v>
                </c:pt>
                <c:pt idx="29">
                  <c:v>1.8572</c:v>
                </c:pt>
                <c:pt idx="30">
                  <c:v>1.9248</c:v>
                </c:pt>
                <c:pt idx="31">
                  <c:v>1.8822</c:v>
                </c:pt>
                <c:pt idx="32">
                  <c:v>1.8553</c:v>
                </c:pt>
                <c:pt idx="33">
                  <c:v>1.8393</c:v>
                </c:pt>
                <c:pt idx="34">
                  <c:v>1.8185</c:v>
                </c:pt>
                <c:pt idx="35">
                  <c:v>1.8135</c:v>
                </c:pt>
                <c:pt idx="36">
                  <c:v>1.7971</c:v>
                </c:pt>
                <c:pt idx="37">
                  <c:v>1.781</c:v>
                </c:pt>
                <c:pt idx="38">
                  <c:v>1.771</c:v>
                </c:pt>
                <c:pt idx="39">
                  <c:v>1.7605</c:v>
                </c:pt>
                <c:pt idx="40">
                  <c:v>1.7503</c:v>
                </c:pt>
                <c:pt idx="41">
                  <c:v>1.7395</c:v>
                </c:pt>
                <c:pt idx="42">
                  <c:v>1.7547</c:v>
                </c:pt>
                <c:pt idx="43">
                  <c:v>1.7659</c:v>
                </c:pt>
                <c:pt idx="44">
                  <c:v>1.7338</c:v>
                </c:pt>
                <c:pt idx="45">
                  <c:v>1.7133</c:v>
                </c:pt>
                <c:pt idx="46">
                  <c:v>1.7024</c:v>
                </c:pt>
                <c:pt idx="47">
                  <c:v>1.8237</c:v>
                </c:pt>
                <c:pt idx="48">
                  <c:v>1.8081</c:v>
                </c:pt>
                <c:pt idx="49">
                  <c:v>1.7758</c:v>
                </c:pt>
                <c:pt idx="50">
                  <c:v>1.7447</c:v>
                </c:pt>
                <c:pt idx="51">
                  <c:v>1.7292</c:v>
                </c:pt>
                <c:pt idx="52">
                  <c:v>1.7081</c:v>
                </c:pt>
                <c:pt idx="53">
                  <c:v>1.6976</c:v>
                </c:pt>
                <c:pt idx="54">
                  <c:v>1.6821</c:v>
                </c:pt>
                <c:pt idx="55">
                  <c:v>1.6715</c:v>
                </c:pt>
                <c:pt idx="56">
                  <c:v>1.6608</c:v>
                </c:pt>
                <c:pt idx="57">
                  <c:v>1.6511</c:v>
                </c:pt>
                <c:pt idx="58">
                  <c:v>1.6401</c:v>
                </c:pt>
                <c:pt idx="59">
                  <c:v>1.6292</c:v>
                </c:pt>
                <c:pt idx="60">
                  <c:v>1.6088</c:v>
                </c:pt>
                <c:pt idx="61">
                  <c:v>1.6035</c:v>
                </c:pt>
                <c:pt idx="62">
                  <c:v>1.599</c:v>
                </c:pt>
                <c:pt idx="63">
                  <c:v>1.5876</c:v>
                </c:pt>
                <c:pt idx="64">
                  <c:v>1.583</c:v>
                </c:pt>
                <c:pt idx="65">
                  <c:v>1.5671</c:v>
                </c:pt>
                <c:pt idx="66">
                  <c:v>1.5613</c:v>
                </c:pt>
                <c:pt idx="67">
                  <c:v>1.5512</c:v>
                </c:pt>
                <c:pt idx="68">
                  <c:v>1.5407</c:v>
                </c:pt>
                <c:pt idx="69">
                  <c:v>1.5253</c:v>
                </c:pt>
                <c:pt idx="70">
                  <c:v>1.5302</c:v>
                </c:pt>
                <c:pt idx="71">
                  <c:v>1.5247</c:v>
                </c:pt>
                <c:pt idx="72">
                  <c:v>1.5145</c:v>
                </c:pt>
                <c:pt idx="73">
                  <c:v>1.5094</c:v>
                </c:pt>
                <c:pt idx="74">
                  <c:v>1.504</c:v>
                </c:pt>
                <c:pt idx="75">
                  <c:v>1.4935</c:v>
                </c:pt>
                <c:pt idx="76">
                  <c:v>1.4876</c:v>
                </c:pt>
                <c:pt idx="77">
                  <c:v>1.5303</c:v>
                </c:pt>
                <c:pt idx="78">
                  <c:v>1.5041</c:v>
                </c:pt>
                <c:pt idx="79">
                  <c:v>1.4888</c:v>
                </c:pt>
                <c:pt idx="80">
                  <c:v>1.4783</c:v>
                </c:pt>
                <c:pt idx="81">
                  <c:v>1.4785</c:v>
                </c:pt>
                <c:pt idx="82">
                  <c:v>1.4732</c:v>
                </c:pt>
                <c:pt idx="83">
                  <c:v>1.4675</c:v>
                </c:pt>
                <c:pt idx="84">
                  <c:v>1.4516</c:v>
                </c:pt>
                <c:pt idx="85">
                  <c:v>1.4519</c:v>
                </c:pt>
                <c:pt idx="86">
                  <c:v>1.4471</c:v>
                </c:pt>
                <c:pt idx="87">
                  <c:v>1.4469</c:v>
                </c:pt>
                <c:pt idx="88">
                  <c:v>1.4417</c:v>
                </c:pt>
                <c:pt idx="89">
                  <c:v>1.5936</c:v>
                </c:pt>
                <c:pt idx="90">
                  <c:v>1.5464</c:v>
                </c:pt>
                <c:pt idx="91">
                  <c:v>1.5147</c:v>
                </c:pt>
                <c:pt idx="92">
                  <c:v>1.499</c:v>
                </c:pt>
                <c:pt idx="93">
                  <c:v>1.4831</c:v>
                </c:pt>
                <c:pt idx="94">
                  <c:v>1.473</c:v>
                </c:pt>
                <c:pt idx="95">
                  <c:v>1.4628</c:v>
                </c:pt>
                <c:pt idx="96">
                  <c:v>1.4518</c:v>
                </c:pt>
                <c:pt idx="97">
                  <c:v>1.4469</c:v>
                </c:pt>
                <c:pt idx="98">
                  <c:v>1.4414</c:v>
                </c:pt>
                <c:pt idx="99">
                  <c:v>1.4312</c:v>
                </c:pt>
                <c:pt idx="100">
                  <c:v>1.426</c:v>
                </c:pt>
                <c:pt idx="101">
                  <c:v>1.4205</c:v>
                </c:pt>
                <c:pt idx="102">
                  <c:v>1.4207</c:v>
                </c:pt>
                <c:pt idx="103">
                  <c:v>1.4523</c:v>
                </c:pt>
                <c:pt idx="104">
                  <c:v>1.4316</c:v>
                </c:pt>
                <c:pt idx="105">
                  <c:v>1.415</c:v>
                </c:pt>
                <c:pt idx="106">
                  <c:v>1.4097</c:v>
                </c:pt>
                <c:pt idx="107">
                  <c:v>1.4049</c:v>
                </c:pt>
                <c:pt idx="108">
                  <c:v>1.3952</c:v>
                </c:pt>
                <c:pt idx="109">
                  <c:v>1.3945</c:v>
                </c:pt>
                <c:pt idx="110">
                  <c:v>1.3893</c:v>
                </c:pt>
                <c:pt idx="111">
                  <c:v>1.3838</c:v>
                </c:pt>
                <c:pt idx="112">
                  <c:v>1.3737</c:v>
                </c:pt>
                <c:pt idx="113">
                  <c:v>1.3786</c:v>
                </c:pt>
                <c:pt idx="114">
                  <c:v>1.3738</c:v>
                </c:pt>
                <c:pt idx="115">
                  <c:v>1.3683</c:v>
                </c:pt>
                <c:pt idx="116">
                  <c:v>1.3633</c:v>
                </c:pt>
                <c:pt idx="117">
                  <c:v>1.3581</c:v>
                </c:pt>
                <c:pt idx="118">
                  <c:v>1.3533</c:v>
                </c:pt>
                <c:pt idx="119">
                  <c:v>1.3842</c:v>
                </c:pt>
                <c:pt idx="120">
                  <c:v>1.4051</c:v>
                </c:pt>
                <c:pt idx="121">
                  <c:v>1.3787</c:v>
                </c:pt>
                <c:pt idx="122">
                  <c:v>1.3683</c:v>
                </c:pt>
                <c:pt idx="123">
                  <c:v>1.3573</c:v>
                </c:pt>
                <c:pt idx="124">
                  <c:v>1.3525</c:v>
                </c:pt>
                <c:pt idx="125">
                  <c:v>1.3474</c:v>
                </c:pt>
                <c:pt idx="126">
                  <c:v>1.337</c:v>
                </c:pt>
                <c:pt idx="127">
                  <c:v>1.3312</c:v>
                </c:pt>
                <c:pt idx="128">
                  <c:v>1.3259</c:v>
                </c:pt>
                <c:pt idx="129">
                  <c:v>1.3216</c:v>
                </c:pt>
                <c:pt idx="130">
                  <c:v>1.3212</c:v>
                </c:pt>
                <c:pt idx="131">
                  <c:v>1.3156</c:v>
                </c:pt>
                <c:pt idx="132">
                  <c:v>1.3209</c:v>
                </c:pt>
                <c:pt idx="133">
                  <c:v>1.3474</c:v>
                </c:pt>
                <c:pt idx="134">
                  <c:v>1.326</c:v>
                </c:pt>
                <c:pt idx="135">
                  <c:v>1.3101</c:v>
                </c:pt>
                <c:pt idx="136">
                  <c:v>1.3052</c:v>
                </c:pt>
                <c:pt idx="137">
                  <c:v>1.3004</c:v>
                </c:pt>
                <c:pt idx="138">
                  <c:v>1.3002</c:v>
                </c:pt>
                <c:pt idx="139">
                  <c:v>1.2895</c:v>
                </c:pt>
                <c:pt idx="140">
                  <c:v>1.2793</c:v>
                </c:pt>
                <c:pt idx="141">
                  <c:v>1.2792</c:v>
                </c:pt>
                <c:pt idx="142">
                  <c:v>1.274</c:v>
                </c:pt>
                <c:pt idx="143">
                  <c:v>1.2741</c:v>
                </c:pt>
                <c:pt idx="144">
                  <c:v>1.2638</c:v>
                </c:pt>
                <c:pt idx="145">
                  <c:v>1.2581</c:v>
                </c:pt>
                <c:pt idx="146">
                  <c:v>1.2533</c:v>
                </c:pt>
                <c:pt idx="147">
                  <c:v>1.2532</c:v>
                </c:pt>
                <c:pt idx="148">
                  <c:v>1.2481</c:v>
                </c:pt>
                <c:pt idx="149">
                  <c:v>1.2534</c:v>
                </c:pt>
                <c:pt idx="150">
                  <c:v>1.2898</c:v>
                </c:pt>
                <c:pt idx="151">
                  <c:v>1.2635</c:v>
                </c:pt>
                <c:pt idx="152">
                  <c:v>1.248</c:v>
                </c:pt>
                <c:pt idx="153">
                  <c:v>1.2321</c:v>
                </c:pt>
                <c:pt idx="154">
                  <c:v>1.2271</c:v>
                </c:pt>
                <c:pt idx="155">
                  <c:v>1.2217</c:v>
                </c:pt>
                <c:pt idx="156">
                  <c:v>1.2111</c:v>
                </c:pt>
                <c:pt idx="157">
                  <c:v>1.2056</c:v>
                </c:pt>
                <c:pt idx="158">
                  <c:v>1.2009</c:v>
                </c:pt>
                <c:pt idx="159">
                  <c:v>1.1906</c:v>
                </c:pt>
                <c:pt idx="160">
                  <c:v>1.1852</c:v>
                </c:pt>
                <c:pt idx="161">
                  <c:v>1.1797</c:v>
                </c:pt>
                <c:pt idx="162">
                  <c:v>1.1746</c:v>
                </c:pt>
                <c:pt idx="163">
                  <c:v>1.1538</c:v>
                </c:pt>
                <c:pt idx="164">
                  <c:v>1.1644</c:v>
                </c:pt>
                <c:pt idx="165">
                  <c:v>1.1588</c:v>
                </c:pt>
                <c:pt idx="166">
                  <c:v>1.175</c:v>
                </c:pt>
                <c:pt idx="167">
                  <c:v>1.1857</c:v>
                </c:pt>
              </c:numCache>
            </c:numRef>
          </c:val>
        </c:ser>
        <c:ser>
          <c:idx val="2"/>
          <c:order val="2"/>
          <c:tx>
            <c:v>B0007</c:v>
          </c:tx>
          <c:spPr>
            <a:solidFill xmlns:a="http://schemas.openxmlformats.org/drawingml/2006/main">
              <a:srgbClr val="647D32"/>
            </a:solidFill>
          </c:spPr>
          <c:marker>
            <c:symbol val="none"/>
          </c:marker>
          <c:cat>
            <c:numRef>
              <c:f>'Chart Data'!$E$2:$E$169</c:f>
              <c:numCache>
                <c:formatCode>General</c:formatCode>
                <c:ptCount val="16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</c:numCache>
            </c:numRef>
          </c:cat>
          <c:val>
            <c:numRef>
              <c:f>'Chart Data'!$F$2:$F$169</c:f>
              <c:numCache>
                <c:formatCode>General</c:formatCode>
                <c:ptCount val="168"/>
                <c:pt idx="0">
                  <c:v>1.8911</c:v>
                </c:pt>
                <c:pt idx="1">
                  <c:v>1.8806</c:v>
                </c:pt>
                <c:pt idx="2">
                  <c:v>1.8807</c:v>
                </c:pt>
                <c:pt idx="3">
                  <c:v>1.8808</c:v>
                </c:pt>
                <c:pt idx="4">
                  <c:v>1.8795</c:v>
                </c:pt>
                <c:pt idx="5">
                  <c:v>1.8807</c:v>
                </c:pt>
                <c:pt idx="6">
                  <c:v>1.8799</c:v>
                </c:pt>
                <c:pt idx="7">
                  <c:v>1.8815</c:v>
                </c:pt>
                <c:pt idx="8">
                  <c:v>1.8697</c:v>
                </c:pt>
                <c:pt idx="9">
                  <c:v>1.8701</c:v>
                </c:pt>
                <c:pt idx="10">
                  <c:v>1.87</c:v>
                </c:pt>
                <c:pt idx="11">
                  <c:v>1.8597</c:v>
                </c:pt>
                <c:pt idx="12">
                  <c:v>1.8591</c:v>
                </c:pt>
                <c:pt idx="13">
                  <c:v>1.859</c:v>
                </c:pt>
                <c:pt idx="14">
                  <c:v>1.8594</c:v>
                </c:pt>
                <c:pt idx="15">
                  <c:v>1.8587</c:v>
                </c:pt>
                <c:pt idx="16">
                  <c:v>1.8478</c:v>
                </c:pt>
                <c:pt idx="17">
                  <c:v>1.8485</c:v>
                </c:pt>
                <c:pt idx="18">
                  <c:v>1.8484</c:v>
                </c:pt>
                <c:pt idx="19">
                  <c:v>1.8808</c:v>
                </c:pt>
                <c:pt idx="20">
                  <c:v>1.8815</c:v>
                </c:pt>
                <c:pt idx="21">
                  <c:v>1.8811</c:v>
                </c:pt>
                <c:pt idx="22">
                  <c:v>1.871</c:v>
                </c:pt>
                <c:pt idx="23">
                  <c:v>1.8702</c:v>
                </c:pt>
                <c:pt idx="24">
                  <c:v>1.8707</c:v>
                </c:pt>
                <c:pt idx="25">
                  <c:v>1.8596</c:v>
                </c:pt>
                <c:pt idx="26">
                  <c:v>1.86</c:v>
                </c:pt>
                <c:pt idx="27">
                  <c:v>1.8592</c:v>
                </c:pt>
                <c:pt idx="28">
                  <c:v>1.8481</c:v>
                </c:pt>
                <c:pt idx="29">
                  <c:v>1.8492</c:v>
                </c:pt>
                <c:pt idx="30">
                  <c:v>1.8835</c:v>
                </c:pt>
                <c:pt idx="31">
                  <c:v>1.8628</c:v>
                </c:pt>
                <c:pt idx="32">
                  <c:v>1.8521</c:v>
                </c:pt>
                <c:pt idx="33">
                  <c:v>1.847</c:v>
                </c:pt>
                <c:pt idx="34">
                  <c:v>1.8368</c:v>
                </c:pt>
                <c:pt idx="35">
                  <c:v>1.8372</c:v>
                </c:pt>
                <c:pt idx="36">
                  <c:v>1.8317</c:v>
                </c:pt>
                <c:pt idx="37">
                  <c:v>1.8211</c:v>
                </c:pt>
                <c:pt idx="38">
                  <c:v>1.8165</c:v>
                </c:pt>
                <c:pt idx="39">
                  <c:v>1.8114</c:v>
                </c:pt>
                <c:pt idx="40">
                  <c:v>1.8116</c:v>
                </c:pt>
                <c:pt idx="41">
                  <c:v>1.8061</c:v>
                </c:pt>
                <c:pt idx="42">
                  <c:v>1.8132</c:v>
                </c:pt>
                <c:pt idx="43">
                  <c:v>1.8063</c:v>
                </c:pt>
                <c:pt idx="44">
                  <c:v>1.7958</c:v>
                </c:pt>
                <c:pt idx="45">
                  <c:v>1.7859</c:v>
                </c:pt>
                <c:pt idx="46">
                  <c:v>1.7803</c:v>
                </c:pt>
                <c:pt idx="47">
                  <c:v>1.8151</c:v>
                </c:pt>
                <c:pt idx="48">
                  <c:v>1.8157</c:v>
                </c:pt>
                <c:pt idx="49">
                  <c:v>1.8002</c:v>
                </c:pt>
                <c:pt idx="50">
                  <c:v>1.7904</c:v>
                </c:pt>
                <c:pt idx="51">
                  <c:v>1.7803</c:v>
                </c:pt>
                <c:pt idx="52">
                  <c:v>1.7753</c:v>
                </c:pt>
                <c:pt idx="53">
                  <c:v>1.7703</c:v>
                </c:pt>
                <c:pt idx="54">
                  <c:v>1.7601</c:v>
                </c:pt>
                <c:pt idx="55">
                  <c:v>1.7496</c:v>
                </c:pt>
                <c:pt idx="56">
                  <c:v>1.7497</c:v>
                </c:pt>
                <c:pt idx="57">
                  <c:v>1.745</c:v>
                </c:pt>
                <c:pt idx="58">
                  <c:v>1.7396</c:v>
                </c:pt>
                <c:pt idx="59">
                  <c:v>1.7286</c:v>
                </c:pt>
                <c:pt idx="60">
                  <c:v>1.7239</c:v>
                </c:pt>
                <c:pt idx="61">
                  <c:v>1.714</c:v>
                </c:pt>
                <c:pt idx="62">
                  <c:v>1.714</c:v>
                </c:pt>
                <c:pt idx="63">
                  <c:v>1.7037</c:v>
                </c:pt>
                <c:pt idx="64">
                  <c:v>1.704</c:v>
                </c:pt>
                <c:pt idx="65">
                  <c:v>1.6936</c:v>
                </c:pt>
                <c:pt idx="66">
                  <c:v>1.6877</c:v>
                </c:pt>
                <c:pt idx="67">
                  <c:v>1.6831</c:v>
                </c:pt>
                <c:pt idx="68">
                  <c:v>1.6779</c:v>
                </c:pt>
                <c:pt idx="69">
                  <c:v>1.6732</c:v>
                </c:pt>
                <c:pt idx="70">
                  <c:v>1.6674</c:v>
                </c:pt>
                <c:pt idx="71">
                  <c:v>1.6623</c:v>
                </c:pt>
                <c:pt idx="72">
                  <c:v>1.6574</c:v>
                </c:pt>
                <c:pt idx="73">
                  <c:v>1.6525</c:v>
                </c:pt>
                <c:pt idx="74">
                  <c:v>1.6472</c:v>
                </c:pt>
                <c:pt idx="75">
                  <c:v>1.6364</c:v>
                </c:pt>
                <c:pt idx="76">
                  <c:v>1.6363</c:v>
                </c:pt>
                <c:pt idx="77">
                  <c:v>1.6411</c:v>
                </c:pt>
                <c:pt idx="78">
                  <c:v>1.6316</c:v>
                </c:pt>
                <c:pt idx="79">
                  <c:v>1.6212</c:v>
                </c:pt>
                <c:pt idx="80">
                  <c:v>1.6164</c:v>
                </c:pt>
                <c:pt idx="81">
                  <c:v>1.6158</c:v>
                </c:pt>
                <c:pt idx="82">
                  <c:v>1.6167</c:v>
                </c:pt>
                <c:pt idx="83">
                  <c:v>1.6109</c:v>
                </c:pt>
                <c:pt idx="84">
                  <c:v>1.6007</c:v>
                </c:pt>
                <c:pt idx="85">
                  <c:v>1.5959</c:v>
                </c:pt>
                <c:pt idx="86">
                  <c:v>1.5962</c:v>
                </c:pt>
                <c:pt idx="87">
                  <c:v>1.5958</c:v>
                </c:pt>
                <c:pt idx="88">
                  <c:v>1.5907</c:v>
                </c:pt>
                <c:pt idx="89">
                  <c:v>1.6888</c:v>
                </c:pt>
                <c:pt idx="90">
                  <c:v>1.626</c:v>
                </c:pt>
                <c:pt idx="91">
                  <c:v>1.6157</c:v>
                </c:pt>
                <c:pt idx="92">
                  <c:v>1.6057</c:v>
                </c:pt>
                <c:pt idx="93">
                  <c:v>1.595</c:v>
                </c:pt>
                <c:pt idx="94">
                  <c:v>1.5904</c:v>
                </c:pt>
                <c:pt idx="95">
                  <c:v>1.5854</c:v>
                </c:pt>
                <c:pt idx="96">
                  <c:v>1.58</c:v>
                </c:pt>
                <c:pt idx="97">
                  <c:v>1.5752</c:v>
                </c:pt>
                <c:pt idx="98">
                  <c:v>1.5698</c:v>
                </c:pt>
                <c:pt idx="99">
                  <c:v>1.5703</c:v>
                </c:pt>
                <c:pt idx="100">
                  <c:v>1.5652</c:v>
                </c:pt>
                <c:pt idx="101">
                  <c:v>1.5596</c:v>
                </c:pt>
                <c:pt idx="102">
                  <c:v>1.565</c:v>
                </c:pt>
                <c:pt idx="103">
                  <c:v>1.575</c:v>
                </c:pt>
                <c:pt idx="104">
                  <c:v>1.5653</c:v>
                </c:pt>
                <c:pt idx="105">
                  <c:v>1.5598</c:v>
                </c:pt>
                <c:pt idx="106">
                  <c:v>1.5499</c:v>
                </c:pt>
                <c:pt idx="107">
                  <c:v>1.5439</c:v>
                </c:pt>
                <c:pt idx="108">
                  <c:v>1.545</c:v>
                </c:pt>
                <c:pt idx="109">
                  <c:v>1.5446</c:v>
                </c:pt>
                <c:pt idx="110">
                  <c:v>1.5343</c:v>
                </c:pt>
                <c:pt idx="111">
                  <c:v>1.5288</c:v>
                </c:pt>
                <c:pt idx="112">
                  <c:v>1.5289</c:v>
                </c:pt>
                <c:pt idx="113">
                  <c:v>1.5291</c:v>
                </c:pt>
                <c:pt idx="114">
                  <c:v>1.5239</c:v>
                </c:pt>
                <c:pt idx="115">
                  <c:v>1.5187</c:v>
                </c:pt>
                <c:pt idx="116">
                  <c:v>1.5136</c:v>
                </c:pt>
                <c:pt idx="117">
                  <c:v>1.5136</c:v>
                </c:pt>
                <c:pt idx="118">
                  <c:v>1.5139</c:v>
                </c:pt>
                <c:pt idx="119">
                  <c:v>1.534</c:v>
                </c:pt>
                <c:pt idx="120">
                  <c:v>1.5391</c:v>
                </c:pt>
                <c:pt idx="121">
                  <c:v>1.5236</c:v>
                </c:pt>
                <c:pt idx="122">
                  <c:v>1.5136</c:v>
                </c:pt>
                <c:pt idx="123">
                  <c:v>1.5078</c:v>
                </c:pt>
                <c:pt idx="124">
                  <c:v>1.5032</c:v>
                </c:pt>
                <c:pt idx="125">
                  <c:v>1.4978</c:v>
                </c:pt>
                <c:pt idx="126">
                  <c:v>1.4928</c:v>
                </c:pt>
                <c:pt idx="127">
                  <c:v>1.4924</c:v>
                </c:pt>
                <c:pt idx="128">
                  <c:v>1.4875</c:v>
                </c:pt>
                <c:pt idx="129">
                  <c:v>1.4825</c:v>
                </c:pt>
                <c:pt idx="130">
                  <c:v>1.4828</c:v>
                </c:pt>
                <c:pt idx="131">
                  <c:v>1.477</c:v>
                </c:pt>
                <c:pt idx="132">
                  <c:v>1.4819</c:v>
                </c:pt>
                <c:pt idx="133">
                  <c:v>1.4981</c:v>
                </c:pt>
                <c:pt idx="134">
                  <c:v>1.4821</c:v>
                </c:pt>
                <c:pt idx="135">
                  <c:v>1.4771</c:v>
                </c:pt>
                <c:pt idx="136">
                  <c:v>1.4721</c:v>
                </c:pt>
                <c:pt idx="137">
                  <c:v>1.4722</c:v>
                </c:pt>
                <c:pt idx="138">
                  <c:v>1.467</c:v>
                </c:pt>
                <c:pt idx="139">
                  <c:v>1.4618</c:v>
                </c:pt>
                <c:pt idx="140">
                  <c:v>1.4567</c:v>
                </c:pt>
                <c:pt idx="141">
                  <c:v>1.4514</c:v>
                </c:pt>
                <c:pt idx="142">
                  <c:v>1.4516</c:v>
                </c:pt>
                <c:pt idx="143">
                  <c:v>1.4468</c:v>
                </c:pt>
                <c:pt idx="144">
                  <c:v>1.4468</c:v>
                </c:pt>
                <c:pt idx="145">
                  <c:v>1.4414</c:v>
                </c:pt>
                <c:pt idx="146">
                  <c:v>1.4362</c:v>
                </c:pt>
                <c:pt idx="147">
                  <c:v>1.4368</c:v>
                </c:pt>
                <c:pt idx="148">
                  <c:v>1.4363</c:v>
                </c:pt>
                <c:pt idx="149">
                  <c:v>1.4419</c:v>
                </c:pt>
                <c:pt idx="150">
                  <c:v>1.4672</c:v>
                </c:pt>
                <c:pt idx="151">
                  <c:v>1.4519</c:v>
                </c:pt>
                <c:pt idx="152">
                  <c:v>1.4471</c:v>
                </c:pt>
                <c:pt idx="153">
                  <c:v>1.4418</c:v>
                </c:pt>
                <c:pt idx="154">
                  <c:v>1.4316</c:v>
                </c:pt>
                <c:pt idx="155">
                  <c:v>1.4318</c:v>
                </c:pt>
                <c:pt idx="156">
                  <c:v>1.4263</c:v>
                </c:pt>
                <c:pt idx="157">
                  <c:v>1.4261</c:v>
                </c:pt>
                <c:pt idx="158">
                  <c:v>1.4213</c:v>
                </c:pt>
                <c:pt idx="159">
                  <c:v>1.4163</c:v>
                </c:pt>
                <c:pt idx="160">
                  <c:v>1.4166</c:v>
                </c:pt>
                <c:pt idx="161">
                  <c:v>1.4108</c:v>
                </c:pt>
                <c:pt idx="162">
                  <c:v>1.411</c:v>
                </c:pt>
                <c:pt idx="163">
                  <c:v>1.4062</c:v>
                </c:pt>
                <c:pt idx="164">
                  <c:v>1.4063</c:v>
                </c:pt>
                <c:pt idx="165">
                  <c:v>1.4005</c:v>
                </c:pt>
                <c:pt idx="166">
                  <c:v>1.4218</c:v>
                </c:pt>
                <c:pt idx="167">
                  <c:v>1.4325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容量（Ah）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B0018</c:v>
          </c:tx>
          <c:spPr>
            <a:solidFill xmlns:a="http://schemas.openxmlformats.org/drawingml/2006/main">
              <a:srgbClr val="8A4E9C"/>
            </a:solidFill>
          </c:spPr>
          <c:marker>
            <c:symbol val="none"/>
          </c:marker>
          <c:cat>
            <c:numRef>
              <c:f>'Chart Data'!$A$2:$A$133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Data'!$B$2:$B$133</c:f>
              <c:numCache>
                <c:formatCode>General</c:formatCode>
                <c:ptCount val="132"/>
                <c:pt idx="0">
                  <c:v>1.855</c:v>
                </c:pt>
                <c:pt idx="1">
                  <c:v>1.8432</c:v>
                </c:pt>
                <c:pt idx="2">
                  <c:v>1.8396</c:v>
                </c:pt>
                <c:pt idx="3">
                  <c:v>1.8307</c:v>
                </c:pt>
                <c:pt idx="4">
                  <c:v>1.8327</c:v>
                </c:pt>
                <c:pt idx="5">
                  <c:v>1.8285</c:v>
                </c:pt>
                <c:pt idx="6">
                  <c:v>1.8212</c:v>
                </c:pt>
                <c:pt idx="7">
                  <c:v>1.8152</c:v>
                </c:pt>
                <c:pt idx="8">
                  <c:v>1.8043</c:v>
                </c:pt>
                <c:pt idx="9">
                  <c:v>1.8231</c:v>
                </c:pt>
                <c:pt idx="10">
                  <c:v>1.8121</c:v>
                </c:pt>
                <c:pt idx="11">
                  <c:v>1.8047</c:v>
                </c:pt>
                <c:pt idx="12">
                  <c:v>1.7908</c:v>
                </c:pt>
                <c:pt idx="13">
                  <c:v>1.7835</c:v>
                </c:pt>
                <c:pt idx="14">
                  <c:v>1.7809</c:v>
                </c:pt>
                <c:pt idx="15">
                  <c:v>1.7712</c:v>
                </c:pt>
                <c:pt idx="16">
                  <c:v>1.7686</c:v>
                </c:pt>
                <c:pt idx="17">
                  <c:v>1.7536</c:v>
                </c:pt>
                <c:pt idx="18">
                  <c:v>1.7462</c:v>
                </c:pt>
                <c:pt idx="19">
                  <c:v>1.7377</c:v>
                </c:pt>
                <c:pt idx="20">
                  <c:v>1.7315</c:v>
                </c:pt>
                <c:pt idx="21">
                  <c:v>1.7086</c:v>
                </c:pt>
                <c:pt idx="22">
                  <c:v>1.7115</c:v>
                </c:pt>
                <c:pt idx="23">
                  <c:v>1.7075</c:v>
                </c:pt>
                <c:pt idx="24">
                  <c:v>1.7492</c:v>
                </c:pt>
                <c:pt idx="25">
                  <c:v>1.7328</c:v>
                </c:pt>
                <c:pt idx="26">
                  <c:v>1.7222</c:v>
                </c:pt>
                <c:pt idx="27">
                  <c:v>1.7118</c:v>
                </c:pt>
                <c:pt idx="28">
                  <c:v>1.6993</c:v>
                </c:pt>
                <c:pt idx="29">
                  <c:v>1.694</c:v>
                </c:pt>
                <c:pt idx="30">
                  <c:v>1.6819</c:v>
                </c:pt>
                <c:pt idx="31">
                  <c:v>1.677</c:v>
                </c:pt>
                <c:pt idx="32">
                  <c:v>1.6655</c:v>
                </c:pt>
                <c:pt idx="33">
                  <c:v>1.6572</c:v>
                </c:pt>
                <c:pt idx="34">
                  <c:v>1.6482</c:v>
                </c:pt>
                <c:pt idx="35">
                  <c:v>1.6388</c:v>
                </c:pt>
                <c:pt idx="36">
                  <c:v>1.6276</c:v>
                </c:pt>
                <c:pt idx="37">
                  <c:v>1.6222</c:v>
                </c:pt>
                <c:pt idx="38">
                  <c:v>1.614</c:v>
                </c:pt>
                <c:pt idx="39">
                  <c:v>1.6761</c:v>
                </c:pt>
                <c:pt idx="40">
                  <c:v>1.6493</c:v>
                </c:pt>
                <c:pt idx="41">
                  <c:v>1.6324</c:v>
                </c:pt>
                <c:pt idx="42">
                  <c:v>1.6164</c:v>
                </c:pt>
                <c:pt idx="43">
                  <c:v>1.6109</c:v>
                </c:pt>
                <c:pt idx="44">
                  <c:v>1.5955</c:v>
                </c:pt>
                <c:pt idx="45">
                  <c:v>1.7267</c:v>
                </c:pt>
                <c:pt idx="46">
                  <c:v>1.7166</c:v>
                </c:pt>
                <c:pt idx="47">
                  <c:v>1.6958</c:v>
                </c:pt>
                <c:pt idx="48">
                  <c:v>1.6778</c:v>
                </c:pt>
                <c:pt idx="49">
                  <c:v>1.6607</c:v>
                </c:pt>
                <c:pt idx="50">
                  <c:v>1.6664</c:v>
                </c:pt>
                <c:pt idx="51">
                  <c:v>1.6468</c:v>
                </c:pt>
                <c:pt idx="52">
                  <c:v>1.6258</c:v>
                </c:pt>
                <c:pt idx="53">
                  <c:v>1.6122</c:v>
                </c:pt>
                <c:pt idx="54">
                  <c:v>1.6057</c:v>
                </c:pt>
                <c:pt idx="55">
                  <c:v>1.6736</c:v>
                </c:pt>
                <c:pt idx="56">
                  <c:v>1.6404</c:v>
                </c:pt>
                <c:pt idx="57">
                  <c:v>1.6133</c:v>
                </c:pt>
                <c:pt idx="58">
                  <c:v>1.5921</c:v>
                </c:pt>
                <c:pt idx="59">
                  <c:v>1.5866</c:v>
                </c:pt>
                <c:pt idx="60">
                  <c:v>1.5801</c:v>
                </c:pt>
                <c:pt idx="61">
                  <c:v>1.5642</c:v>
                </c:pt>
                <c:pt idx="62">
                  <c:v>1.5556</c:v>
                </c:pt>
                <c:pt idx="63">
                  <c:v>1.5402</c:v>
                </c:pt>
                <c:pt idx="64">
                  <c:v>1.5322</c:v>
                </c:pt>
                <c:pt idx="65">
                  <c:v>1.5316</c:v>
                </c:pt>
                <c:pt idx="66">
                  <c:v>1.5223</c:v>
                </c:pt>
                <c:pt idx="67">
                  <c:v>1.5065</c:v>
                </c:pt>
                <c:pt idx="68">
                  <c:v>1.5014</c:v>
                </c:pt>
                <c:pt idx="69">
                  <c:v>1.4964</c:v>
                </c:pt>
                <c:pt idx="70">
                  <c:v>1.5334</c:v>
                </c:pt>
                <c:pt idx="71">
                  <c:v>1.5238</c:v>
                </c:pt>
                <c:pt idx="72">
                  <c:v>1.5012</c:v>
                </c:pt>
                <c:pt idx="73">
                  <c:v>1.4924</c:v>
                </c:pt>
                <c:pt idx="74">
                  <c:v>1.4833</c:v>
                </c:pt>
                <c:pt idx="75">
                  <c:v>1.4807</c:v>
                </c:pt>
                <c:pt idx="76">
                  <c:v>1.4735</c:v>
                </c:pt>
                <c:pt idx="77">
                  <c:v>1.468</c:v>
                </c:pt>
                <c:pt idx="78">
                  <c:v>1.4581</c:v>
                </c:pt>
                <c:pt idx="79">
                  <c:v>1.4479</c:v>
                </c:pt>
                <c:pt idx="80">
                  <c:v>1.4528</c:v>
                </c:pt>
                <c:pt idx="81">
                  <c:v>1.4425</c:v>
                </c:pt>
                <c:pt idx="82">
                  <c:v>1.4393</c:v>
                </c:pt>
                <c:pt idx="83">
                  <c:v>1.4286</c:v>
                </c:pt>
                <c:pt idx="84">
                  <c:v>1.4249</c:v>
                </c:pt>
                <c:pt idx="85">
                  <c:v>1.4698</c:v>
                </c:pt>
                <c:pt idx="86">
                  <c:v>1.4526</c:v>
                </c:pt>
                <c:pt idx="87">
                  <c:v>1.4428</c:v>
                </c:pt>
                <c:pt idx="88">
                  <c:v>1.4284</c:v>
                </c:pt>
                <c:pt idx="89">
                  <c:v>1.4155</c:v>
                </c:pt>
                <c:pt idx="90">
                  <c:v>1.4546</c:v>
                </c:pt>
                <c:pt idx="91">
                  <c:v>1.4283</c:v>
                </c:pt>
                <c:pt idx="92">
                  <c:v>1.4197</c:v>
                </c:pt>
                <c:pt idx="93">
                  <c:v>1.4156</c:v>
                </c:pt>
                <c:pt idx="94">
                  <c:v>1.4057</c:v>
                </c:pt>
                <c:pt idx="95">
                  <c:v>1.4084</c:v>
                </c:pt>
                <c:pt idx="96">
                  <c:v>1.3969</c:v>
                </c:pt>
                <c:pt idx="97">
                  <c:v>1.3936</c:v>
                </c:pt>
                <c:pt idx="98">
                  <c:v>1.3894</c:v>
                </c:pt>
                <c:pt idx="99">
                  <c:v>1.3786</c:v>
                </c:pt>
                <c:pt idx="100">
                  <c:v>1.3849</c:v>
                </c:pt>
                <c:pt idx="101">
                  <c:v>1.3703</c:v>
                </c:pt>
                <c:pt idx="102">
                  <c:v>1.3733</c:v>
                </c:pt>
                <c:pt idx="103">
                  <c:v>1.3679</c:v>
                </c:pt>
                <c:pt idx="104">
                  <c:v>1.3567</c:v>
                </c:pt>
                <c:pt idx="105">
                  <c:v>1.4604</c:v>
                </c:pt>
                <c:pt idx="106">
                  <c:v>1.4501</c:v>
                </c:pt>
                <c:pt idx="107">
                  <c:v>1.4381</c:v>
                </c:pt>
                <c:pt idx="108">
                  <c:v>1.4284</c:v>
                </c:pt>
                <c:pt idx="109">
                  <c:v>1.4148</c:v>
                </c:pt>
                <c:pt idx="110">
                  <c:v>1.4139</c:v>
                </c:pt>
                <c:pt idx="111">
                  <c:v>1.3989</c:v>
                </c:pt>
                <c:pt idx="112">
                  <c:v>1.3953</c:v>
                </c:pt>
                <c:pt idx="113">
                  <c:v>1.39</c:v>
                </c:pt>
                <c:pt idx="114">
                  <c:v>1.386</c:v>
                </c:pt>
                <c:pt idx="115">
                  <c:v>1.3882</c:v>
                </c:pt>
                <c:pt idx="116">
                  <c:v>1.3762</c:v>
                </c:pt>
                <c:pt idx="117">
                  <c:v>1.3647</c:v>
                </c:pt>
                <c:pt idx="118">
                  <c:v>1.359</c:v>
                </c:pt>
                <c:pt idx="119">
                  <c:v>1.3462</c:v>
                </c:pt>
                <c:pt idx="120">
                  <c:v>1.4268</c:v>
                </c:pt>
                <c:pt idx="121">
                  <c:v>1.4064</c:v>
                </c:pt>
                <c:pt idx="122">
                  <c:v>1.3935</c:v>
                </c:pt>
                <c:pt idx="123">
                  <c:v>1.3882</c:v>
                </c:pt>
                <c:pt idx="124">
                  <c:v>1.3702</c:v>
                </c:pt>
                <c:pt idx="125">
                  <c:v>1.3797</c:v>
                </c:pt>
                <c:pt idx="126">
                  <c:v>1.3687</c:v>
                </c:pt>
                <c:pt idx="127">
                  <c:v>1.3627</c:v>
                </c:pt>
                <c:pt idx="128">
                  <c:v>1.3634</c:v>
                </c:pt>
                <c:pt idx="129">
                  <c:v>1.3519</c:v>
                </c:pt>
                <c:pt idx="130">
                  <c:v>1.3548</c:v>
                </c:pt>
                <c:pt idx="131">
                  <c:v>1.3411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容量（Ah）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B0005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Data'!$A$2:$A$133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Data'!$B$2:$B$133</c:f>
              <c:numCache>
                <c:formatCode>General</c:formatCode>
                <c:ptCount val="132"/>
                <c:pt idx="0">
                  <c:v>100</c:v>
                </c:pt>
                <c:pt idx="1">
                  <c:v>99.450579</c:v>
                </c:pt>
                <c:pt idx="2">
                  <c:v>98.858066</c:v>
                </c:pt>
                <c:pt idx="3">
                  <c:v>98.858066</c:v>
                </c:pt>
                <c:pt idx="4">
                  <c:v>98.820361</c:v>
                </c:pt>
                <c:pt idx="5">
                  <c:v>98.879612</c:v>
                </c:pt>
                <c:pt idx="6">
                  <c:v>98.847293</c:v>
                </c:pt>
                <c:pt idx="7">
                  <c:v>98.346351</c:v>
                </c:pt>
                <c:pt idx="8">
                  <c:v>98.292486</c:v>
                </c:pt>
                <c:pt idx="9">
                  <c:v>98.281713</c:v>
                </c:pt>
                <c:pt idx="10">
                  <c:v>98.281713</c:v>
                </c:pt>
                <c:pt idx="11">
                  <c:v>97.721519</c:v>
                </c:pt>
                <c:pt idx="12">
                  <c:v>97.699973</c:v>
                </c:pt>
                <c:pt idx="13">
                  <c:v>97.678427</c:v>
                </c:pt>
                <c:pt idx="14">
                  <c:v>97.096687</c:v>
                </c:pt>
                <c:pt idx="15">
                  <c:v>97.069755</c:v>
                </c:pt>
                <c:pt idx="16">
                  <c:v>97.096687</c:v>
                </c:pt>
                <c:pt idx="17">
                  <c:v>97.12362</c:v>
                </c:pt>
                <c:pt idx="18">
                  <c:v>97.10746</c:v>
                </c:pt>
                <c:pt idx="19">
                  <c:v>99.488284</c:v>
                </c:pt>
                <c:pt idx="20">
                  <c:v>99.50983</c:v>
                </c:pt>
                <c:pt idx="21">
                  <c:v>98.906545</c:v>
                </c:pt>
                <c:pt idx="22">
                  <c:v>98.346351</c:v>
                </c:pt>
                <c:pt idx="23">
                  <c:v>98.308645</c:v>
                </c:pt>
                <c:pt idx="24">
                  <c:v>98.335578</c:v>
                </c:pt>
                <c:pt idx="25">
                  <c:v>97.710746</c:v>
                </c:pt>
                <c:pt idx="26">
                  <c:v>97.753838</c:v>
                </c:pt>
                <c:pt idx="27">
                  <c:v>97.710746</c:v>
                </c:pt>
                <c:pt idx="28">
                  <c:v>97.10746</c:v>
                </c:pt>
                <c:pt idx="29">
                  <c:v>97.177485</c:v>
                </c:pt>
                <c:pt idx="30">
                  <c:v>99.746835</c:v>
                </c:pt>
                <c:pt idx="31">
                  <c:v>98.610288</c:v>
                </c:pt>
                <c:pt idx="32">
                  <c:v>98.028548</c:v>
                </c:pt>
                <c:pt idx="33">
                  <c:v>97.457581</c:v>
                </c:pt>
                <c:pt idx="34">
                  <c:v>97.204417</c:v>
                </c:pt>
                <c:pt idx="35">
                  <c:v>96.92432</c:v>
                </c:pt>
                <c:pt idx="36">
                  <c:v>96.331807</c:v>
                </c:pt>
                <c:pt idx="37">
                  <c:v>96.035551</c:v>
                </c:pt>
                <c:pt idx="38">
                  <c:v>95.502289</c:v>
                </c:pt>
                <c:pt idx="39">
                  <c:v>95.502289</c:v>
                </c:pt>
                <c:pt idx="40">
                  <c:v>95.227579</c:v>
                </c:pt>
                <c:pt idx="41">
                  <c:v>94.925936</c:v>
                </c:pt>
                <c:pt idx="42">
                  <c:v>95.211419</c:v>
                </c:pt>
                <c:pt idx="43">
                  <c:v>94.947482</c:v>
                </c:pt>
                <c:pt idx="44">
                  <c:v>94.354969</c:v>
                </c:pt>
                <c:pt idx="45">
                  <c:v>93.821708</c:v>
                </c:pt>
                <c:pt idx="46">
                  <c:v>93.514678</c:v>
                </c:pt>
                <c:pt idx="47">
                  <c:v>96.611904</c:v>
                </c:pt>
                <c:pt idx="48">
                  <c:v>96.05171</c:v>
                </c:pt>
                <c:pt idx="49">
                  <c:v>95.200646</c:v>
                </c:pt>
                <c:pt idx="50">
                  <c:v>94.640452</c:v>
                </c:pt>
                <c:pt idx="51">
                  <c:v>94.096418</c:v>
                </c:pt>
                <c:pt idx="52">
                  <c:v>93.816321</c:v>
                </c:pt>
                <c:pt idx="53">
                  <c:v>93.530838</c:v>
                </c:pt>
                <c:pt idx="54">
                  <c:v>92.986803</c:v>
                </c:pt>
                <c:pt idx="55">
                  <c:v>92.421223</c:v>
                </c:pt>
                <c:pt idx="56">
                  <c:v>92.135739</c:v>
                </c:pt>
                <c:pt idx="57">
                  <c:v>91.893348</c:v>
                </c:pt>
                <c:pt idx="58">
                  <c:v>91.586318</c:v>
                </c:pt>
                <c:pt idx="59">
                  <c:v>91.279289</c:v>
                </c:pt>
                <c:pt idx="60">
                  <c:v>90.7568</c:v>
                </c:pt>
                <c:pt idx="61">
                  <c:v>90.196607</c:v>
                </c:pt>
                <c:pt idx="62">
                  <c:v>90.201993</c:v>
                </c:pt>
                <c:pt idx="63">
                  <c:v>89.614867</c:v>
                </c:pt>
                <c:pt idx="64">
                  <c:v>89.361702</c:v>
                </c:pt>
                <c:pt idx="65">
                  <c:v>89.086992</c:v>
                </c:pt>
                <c:pt idx="66">
                  <c:v>88.483706</c:v>
                </c:pt>
                <c:pt idx="67">
                  <c:v>88.225155</c:v>
                </c:pt>
                <c:pt idx="68">
                  <c:v>87.945058</c:v>
                </c:pt>
                <c:pt idx="69">
                  <c:v>87.68112</c:v>
                </c:pt>
                <c:pt idx="70">
                  <c:v>87.374091</c:v>
                </c:pt>
                <c:pt idx="71">
                  <c:v>86.792351</c:v>
                </c:pt>
                <c:pt idx="72">
                  <c:v>86.539187</c:v>
                </c:pt>
                <c:pt idx="73">
                  <c:v>86.264476</c:v>
                </c:pt>
                <c:pt idx="74">
                  <c:v>85.666577</c:v>
                </c:pt>
                <c:pt idx="75">
                  <c:v>85.418799</c:v>
                </c:pt>
                <c:pt idx="76">
                  <c:v>85.37032</c:v>
                </c:pt>
                <c:pt idx="77">
                  <c:v>85.941287</c:v>
                </c:pt>
                <c:pt idx="78">
                  <c:v>84.8209</c:v>
                </c:pt>
                <c:pt idx="79">
                  <c:v>84.293025</c:v>
                </c:pt>
                <c:pt idx="80">
                  <c:v>84.018314</c:v>
                </c:pt>
                <c:pt idx="81">
                  <c:v>84.002155</c:v>
                </c:pt>
                <c:pt idx="82">
                  <c:v>83.743604</c:v>
                </c:pt>
                <c:pt idx="83">
                  <c:v>83.431188</c:v>
                </c:pt>
                <c:pt idx="84">
                  <c:v>82.854834</c:v>
                </c:pt>
                <c:pt idx="85">
                  <c:v>82.300027</c:v>
                </c:pt>
                <c:pt idx="86">
                  <c:v>82.332346</c:v>
                </c:pt>
                <c:pt idx="87">
                  <c:v>82.014543</c:v>
                </c:pt>
                <c:pt idx="88">
                  <c:v>81.739833</c:v>
                </c:pt>
                <c:pt idx="89">
                  <c:v>86.496095</c:v>
                </c:pt>
                <c:pt idx="90">
                  <c:v>84.233773</c:v>
                </c:pt>
                <c:pt idx="91">
                  <c:v>83.388096</c:v>
                </c:pt>
                <c:pt idx="92">
                  <c:v>82.542419</c:v>
                </c:pt>
                <c:pt idx="93">
                  <c:v>82.251549</c:v>
                </c:pt>
                <c:pt idx="94">
                  <c:v>81.712901</c:v>
                </c:pt>
                <c:pt idx="95">
                  <c:v>81.43819</c:v>
                </c:pt>
                <c:pt idx="96">
                  <c:v>81.152707</c:v>
                </c:pt>
                <c:pt idx="97">
                  <c:v>80.877996</c:v>
                </c:pt>
                <c:pt idx="98">
                  <c:v>80.301643</c:v>
                </c:pt>
                <c:pt idx="99">
                  <c:v>80.037705</c:v>
                </c:pt>
                <c:pt idx="100">
                  <c:v>79.741449</c:v>
                </c:pt>
                <c:pt idx="101">
                  <c:v>79.461352</c:v>
                </c:pt>
                <c:pt idx="102">
                  <c:v>80.037705</c:v>
                </c:pt>
                <c:pt idx="103">
                  <c:v>80.587126</c:v>
                </c:pt>
                <c:pt idx="104">
                  <c:v>79.762995</c:v>
                </c:pt>
                <c:pt idx="105">
                  <c:v>79.170482</c:v>
                </c:pt>
                <c:pt idx="106">
                  <c:v>78.314032</c:v>
                </c:pt>
                <c:pt idx="107">
                  <c:v>78.324805</c:v>
                </c:pt>
                <c:pt idx="108">
                  <c:v>78.373283</c:v>
                </c:pt>
                <c:pt idx="109">
                  <c:v>78.050094</c:v>
                </c:pt>
                <c:pt idx="110">
                  <c:v>77.495287</c:v>
                </c:pt>
                <c:pt idx="111">
                  <c:v>77.209803</c:v>
                </c:pt>
                <c:pt idx="112">
                  <c:v>77.209803</c:v>
                </c:pt>
                <c:pt idx="113">
                  <c:v>76.92432</c:v>
                </c:pt>
                <c:pt idx="114">
                  <c:v>76.644223</c:v>
                </c:pt>
                <c:pt idx="115">
                  <c:v>76.347967</c:v>
                </c:pt>
                <c:pt idx="116">
                  <c:v>76.078643</c:v>
                </c:pt>
                <c:pt idx="117">
                  <c:v>76.089416</c:v>
                </c:pt>
                <c:pt idx="118">
                  <c:v>75.820092</c:v>
                </c:pt>
                <c:pt idx="119">
                  <c:v>77.209803</c:v>
                </c:pt>
                <c:pt idx="120">
                  <c:v>77.473741</c:v>
                </c:pt>
                <c:pt idx="121">
                  <c:v>76.347967</c:v>
                </c:pt>
                <c:pt idx="122">
                  <c:v>75.787773</c:v>
                </c:pt>
                <c:pt idx="123">
                  <c:v>75.475357</c:v>
                </c:pt>
                <c:pt idx="124">
                  <c:v>75.232965</c:v>
                </c:pt>
                <c:pt idx="125">
                  <c:v>74.942095</c:v>
                </c:pt>
                <c:pt idx="126">
                  <c:v>74.667385</c:v>
                </c:pt>
                <c:pt idx="127">
                  <c:v>74.354969</c:v>
                </c:pt>
                <c:pt idx="128">
                  <c:v>74.074872</c:v>
                </c:pt>
                <c:pt idx="129">
                  <c:v>73.821708</c:v>
                </c:pt>
                <c:pt idx="130">
                  <c:v>73.821708</c:v>
                </c:pt>
                <c:pt idx="131">
                  <c:v>73.509292</c:v>
                </c:pt>
              </c:numCache>
            </c:numRef>
          </c:val>
        </c:ser>
        <c:ser>
          <c:idx val="1"/>
          <c:order val="1"/>
          <c:tx>
            <c:v>B0006</c:v>
          </c:tx>
          <c:spPr>
            <a:solidFill xmlns:a="http://schemas.openxmlformats.org/drawingml/2006/main">
              <a:srgbClr val="D3662E"/>
            </a:solidFill>
          </c:spPr>
          <c:marker>
            <c:symbol val="none"/>
          </c:marker>
          <c:cat>
            <c:numRef>
              <c:f>'Chart Data'!$C$2:$C$133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Data'!$D$2:$D$133</c:f>
              <c:numCache>
                <c:formatCode>General</c:formatCode>
                <c:ptCount val="132"/>
                <c:pt idx="0">
                  <c:v>100</c:v>
                </c:pt>
                <c:pt idx="1">
                  <c:v>99.498845</c:v>
                </c:pt>
                <c:pt idx="2">
                  <c:v>98.919078</c:v>
                </c:pt>
                <c:pt idx="3">
                  <c:v>98.919078</c:v>
                </c:pt>
                <c:pt idx="4">
                  <c:v>98.290178</c:v>
                </c:pt>
                <c:pt idx="5">
                  <c:v>98.948558</c:v>
                </c:pt>
                <c:pt idx="6">
                  <c:v>98.909252</c:v>
                </c:pt>
                <c:pt idx="7">
                  <c:v>96.732668</c:v>
                </c:pt>
                <c:pt idx="8">
                  <c:v>96.703189</c:v>
                </c:pt>
                <c:pt idx="9">
                  <c:v>96.162728</c:v>
                </c:pt>
                <c:pt idx="10">
                  <c:v>95.592787</c:v>
                </c:pt>
                <c:pt idx="11">
                  <c:v>95.062153</c:v>
                </c:pt>
                <c:pt idx="12">
                  <c:v>94.497126</c:v>
                </c:pt>
                <c:pt idx="13">
                  <c:v>93.937012</c:v>
                </c:pt>
                <c:pt idx="14">
                  <c:v>93.406377</c:v>
                </c:pt>
                <c:pt idx="15">
                  <c:v>92.821697</c:v>
                </c:pt>
                <c:pt idx="16">
                  <c:v>92.286149</c:v>
                </c:pt>
                <c:pt idx="17">
                  <c:v>91.760428</c:v>
                </c:pt>
                <c:pt idx="18">
                  <c:v>91.760428</c:v>
                </c:pt>
                <c:pt idx="19">
                  <c:v>97.263303</c:v>
                </c:pt>
                <c:pt idx="20">
                  <c:v>96.177468</c:v>
                </c:pt>
                <c:pt idx="21">
                  <c:v>95.602614</c:v>
                </c:pt>
                <c:pt idx="22">
                  <c:v>94.541345</c:v>
                </c:pt>
                <c:pt idx="23">
                  <c:v>95.61244</c:v>
                </c:pt>
                <c:pt idx="24">
                  <c:v>93.421117</c:v>
                </c:pt>
                <c:pt idx="25">
                  <c:v>92.305803</c:v>
                </c:pt>
                <c:pt idx="26">
                  <c:v>91.794821</c:v>
                </c:pt>
                <c:pt idx="27">
                  <c:v>91.190488</c:v>
                </c:pt>
                <c:pt idx="28">
                  <c:v>90.659854</c:v>
                </c:pt>
                <c:pt idx="29">
                  <c:v>91.249447</c:v>
                </c:pt>
                <c:pt idx="30">
                  <c:v>94.570825</c:v>
                </c:pt>
                <c:pt idx="31">
                  <c:v>92.477767</c:v>
                </c:pt>
                <c:pt idx="32">
                  <c:v>91.156095</c:v>
                </c:pt>
                <c:pt idx="33">
                  <c:v>90.36997</c:v>
                </c:pt>
                <c:pt idx="34">
                  <c:v>89.348008</c:v>
                </c:pt>
                <c:pt idx="35">
                  <c:v>89.102344</c:v>
                </c:pt>
                <c:pt idx="36">
                  <c:v>88.296566</c:v>
                </c:pt>
                <c:pt idx="37">
                  <c:v>87.505527</c:v>
                </c:pt>
                <c:pt idx="38">
                  <c:v>87.014199</c:v>
                </c:pt>
                <c:pt idx="39">
                  <c:v>86.498305</c:v>
                </c:pt>
                <c:pt idx="40">
                  <c:v>85.99715</c:v>
                </c:pt>
                <c:pt idx="41">
                  <c:v>85.466516</c:v>
                </c:pt>
                <c:pt idx="42">
                  <c:v>86.213335</c:v>
                </c:pt>
                <c:pt idx="43">
                  <c:v>86.763622</c:v>
                </c:pt>
                <c:pt idx="44">
                  <c:v>85.186459</c:v>
                </c:pt>
                <c:pt idx="45">
                  <c:v>84.179236</c:v>
                </c:pt>
                <c:pt idx="46">
                  <c:v>83.643689</c:v>
                </c:pt>
                <c:pt idx="47">
                  <c:v>89.603498</c:v>
                </c:pt>
                <c:pt idx="48">
                  <c:v>88.837026</c:v>
                </c:pt>
                <c:pt idx="49">
                  <c:v>87.250037</c:v>
                </c:pt>
                <c:pt idx="50">
                  <c:v>85.722007</c:v>
                </c:pt>
                <c:pt idx="51">
                  <c:v>84.960448</c:v>
                </c:pt>
                <c:pt idx="52">
                  <c:v>83.923746</c:v>
                </c:pt>
                <c:pt idx="53">
                  <c:v>83.407851</c:v>
                </c:pt>
                <c:pt idx="54">
                  <c:v>82.646293</c:v>
                </c:pt>
                <c:pt idx="55">
                  <c:v>82.125485</c:v>
                </c:pt>
                <c:pt idx="56">
                  <c:v>81.599764</c:v>
                </c:pt>
                <c:pt idx="57">
                  <c:v>81.123176</c:v>
                </c:pt>
                <c:pt idx="58">
                  <c:v>80.582715</c:v>
                </c:pt>
                <c:pt idx="59">
                  <c:v>80.047167</c:v>
                </c:pt>
                <c:pt idx="60">
                  <c:v>79.044858</c:v>
                </c:pt>
                <c:pt idx="61">
                  <c:v>78.784454</c:v>
                </c:pt>
                <c:pt idx="62">
                  <c:v>78.563357</c:v>
                </c:pt>
                <c:pt idx="63">
                  <c:v>78.003243</c:v>
                </c:pt>
                <c:pt idx="64">
                  <c:v>77.777232</c:v>
                </c:pt>
                <c:pt idx="65">
                  <c:v>76.99602</c:v>
                </c:pt>
                <c:pt idx="66">
                  <c:v>76.71105</c:v>
                </c:pt>
                <c:pt idx="67">
                  <c:v>76.214809</c:v>
                </c:pt>
                <c:pt idx="68">
                  <c:v>75.698914</c:v>
                </c:pt>
                <c:pt idx="69">
                  <c:v>74.942269</c:v>
                </c:pt>
                <c:pt idx="70">
                  <c:v>75.18302</c:v>
                </c:pt>
                <c:pt idx="71">
                  <c:v>74.912789</c:v>
                </c:pt>
                <c:pt idx="72">
                  <c:v>74.411635</c:v>
                </c:pt>
                <c:pt idx="73">
                  <c:v>74.161057</c:v>
                </c:pt>
                <c:pt idx="74">
                  <c:v>73.89574</c:v>
                </c:pt>
                <c:pt idx="75">
                  <c:v>73.379846</c:v>
                </c:pt>
                <c:pt idx="76">
                  <c:v>73.089962</c:v>
                </c:pt>
                <c:pt idx="77">
                  <c:v>75.187933</c:v>
                </c:pt>
                <c:pt idx="78">
                  <c:v>73.900653</c:v>
                </c:pt>
                <c:pt idx="79">
                  <c:v>73.148922</c:v>
                </c:pt>
                <c:pt idx="80">
                  <c:v>72.633027</c:v>
                </c:pt>
                <c:pt idx="81">
                  <c:v>72.642854</c:v>
                </c:pt>
                <c:pt idx="82">
                  <c:v>72.38245</c:v>
                </c:pt>
                <c:pt idx="83">
                  <c:v>72.102393</c:v>
                </c:pt>
                <c:pt idx="84">
                  <c:v>71.321181</c:v>
                </c:pt>
                <c:pt idx="85">
                  <c:v>71.335921</c:v>
                </c:pt>
                <c:pt idx="86">
                  <c:v>71.100084</c:v>
                </c:pt>
                <c:pt idx="87">
                  <c:v>71.090257</c:v>
                </c:pt>
                <c:pt idx="88">
                  <c:v>70.834766</c:v>
                </c:pt>
                <c:pt idx="89">
                  <c:v>78.29804</c:v>
                </c:pt>
                <c:pt idx="90">
                  <c:v>75.978971</c:v>
                </c:pt>
                <c:pt idx="91">
                  <c:v>74.421461</c:v>
                </c:pt>
                <c:pt idx="92">
                  <c:v>73.650076</c:v>
                </c:pt>
                <c:pt idx="93">
                  <c:v>72.868865</c:v>
                </c:pt>
                <c:pt idx="94">
                  <c:v>72.372623</c:v>
                </c:pt>
                <c:pt idx="95">
                  <c:v>71.871469</c:v>
                </c:pt>
                <c:pt idx="96">
                  <c:v>71.331008</c:v>
                </c:pt>
                <c:pt idx="97">
                  <c:v>71.090257</c:v>
                </c:pt>
                <c:pt idx="98">
                  <c:v>70.820027</c:v>
                </c:pt>
                <c:pt idx="99">
                  <c:v>70.318872</c:v>
                </c:pt>
                <c:pt idx="100">
                  <c:v>70.063381</c:v>
                </c:pt>
                <c:pt idx="101">
                  <c:v>69.793151</c:v>
                </c:pt>
                <c:pt idx="102">
                  <c:v>69.802977</c:v>
                </c:pt>
                <c:pt idx="103">
                  <c:v>71.355574</c:v>
                </c:pt>
                <c:pt idx="104">
                  <c:v>70.338525</c:v>
                </c:pt>
                <c:pt idx="105">
                  <c:v>69.52292</c:v>
                </c:pt>
                <c:pt idx="106">
                  <c:v>69.262517</c:v>
                </c:pt>
                <c:pt idx="107">
                  <c:v>69.026679</c:v>
                </c:pt>
                <c:pt idx="108">
                  <c:v>68.550091</c:v>
                </c:pt>
                <c:pt idx="109">
                  <c:v>68.515698</c:v>
                </c:pt>
                <c:pt idx="110">
                  <c:v>68.260207</c:v>
                </c:pt>
                <c:pt idx="111">
                  <c:v>67.989977</c:v>
                </c:pt>
                <c:pt idx="112">
                  <c:v>67.493736</c:v>
                </c:pt>
                <c:pt idx="113">
                  <c:v>67.734486</c:v>
                </c:pt>
                <c:pt idx="114">
                  <c:v>67.498649</c:v>
                </c:pt>
                <c:pt idx="115">
                  <c:v>67.228418</c:v>
                </c:pt>
                <c:pt idx="116">
                  <c:v>66.982754</c:v>
                </c:pt>
                <c:pt idx="117">
                  <c:v>66.727264</c:v>
                </c:pt>
                <c:pt idx="118">
                  <c:v>66.491426</c:v>
                </c:pt>
                <c:pt idx="119">
                  <c:v>68.00963</c:v>
                </c:pt>
                <c:pt idx="120">
                  <c:v>69.036506</c:v>
                </c:pt>
                <c:pt idx="121">
                  <c:v>67.7394</c:v>
                </c:pt>
                <c:pt idx="122">
                  <c:v>67.228418</c:v>
                </c:pt>
                <c:pt idx="123">
                  <c:v>66.687958</c:v>
                </c:pt>
                <c:pt idx="124">
                  <c:v>66.45212</c:v>
                </c:pt>
                <c:pt idx="125">
                  <c:v>66.201543</c:v>
                </c:pt>
                <c:pt idx="126">
                  <c:v>65.690562</c:v>
                </c:pt>
                <c:pt idx="127">
                  <c:v>65.405591</c:v>
                </c:pt>
                <c:pt idx="128">
                  <c:v>65.145187</c:v>
                </c:pt>
                <c:pt idx="129">
                  <c:v>64.933916</c:v>
                </c:pt>
                <c:pt idx="130">
                  <c:v>64.914263</c:v>
                </c:pt>
                <c:pt idx="131">
                  <c:v>64.63912</c:v>
                </c:pt>
              </c:numCache>
            </c:numRef>
          </c:val>
        </c:ser>
        <c:ser>
          <c:idx val="2"/>
          <c:order val="2"/>
          <c:tx>
            <c:v>B0007</c:v>
          </c:tx>
          <c:spPr>
            <a:solidFill xmlns:a="http://schemas.openxmlformats.org/drawingml/2006/main">
              <a:srgbClr val="647D32"/>
            </a:solidFill>
          </c:spPr>
          <c:marker>
            <c:symbol val="none"/>
          </c:marker>
          <c:cat>
            <c:numRef>
              <c:f>'Chart Data'!$E$2:$E$133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Data'!$F$2:$F$133</c:f>
              <c:numCache>
                <c:formatCode>General</c:formatCode>
                <c:ptCount val="132"/>
                <c:pt idx="0">
                  <c:v>100</c:v>
                </c:pt>
                <c:pt idx="1">
                  <c:v>99.444768</c:v>
                </c:pt>
                <c:pt idx="2">
                  <c:v>99.450056</c:v>
                </c:pt>
                <c:pt idx="3">
                  <c:v>99.455343</c:v>
                </c:pt>
                <c:pt idx="4">
                  <c:v>99.3866</c:v>
                </c:pt>
                <c:pt idx="5">
                  <c:v>99.450056</c:v>
                </c:pt>
                <c:pt idx="6">
                  <c:v>99.407752</c:v>
                </c:pt>
                <c:pt idx="7">
                  <c:v>99.492359</c:v>
                </c:pt>
                <c:pt idx="8">
                  <c:v>98.868383</c:v>
                </c:pt>
                <c:pt idx="9">
                  <c:v>98.889535</c:v>
                </c:pt>
                <c:pt idx="10">
                  <c:v>98.884247</c:v>
                </c:pt>
                <c:pt idx="11">
                  <c:v>98.339591</c:v>
                </c:pt>
                <c:pt idx="12">
                  <c:v>98.307863</c:v>
                </c:pt>
                <c:pt idx="13">
                  <c:v>98.302575</c:v>
                </c:pt>
                <c:pt idx="14">
                  <c:v>98.323727</c:v>
                </c:pt>
                <c:pt idx="15">
                  <c:v>98.286711</c:v>
                </c:pt>
                <c:pt idx="16">
                  <c:v>97.710327</c:v>
                </c:pt>
                <c:pt idx="17">
                  <c:v>97.747343</c:v>
                </c:pt>
                <c:pt idx="18">
                  <c:v>97.742055</c:v>
                </c:pt>
                <c:pt idx="19">
                  <c:v>99.455343</c:v>
                </c:pt>
                <c:pt idx="20">
                  <c:v>99.492359</c:v>
                </c:pt>
                <c:pt idx="21">
                  <c:v>99.471207</c:v>
                </c:pt>
                <c:pt idx="22">
                  <c:v>98.937127</c:v>
                </c:pt>
                <c:pt idx="23">
                  <c:v>98.894823</c:v>
                </c:pt>
                <c:pt idx="24">
                  <c:v>98.921263</c:v>
                </c:pt>
                <c:pt idx="25">
                  <c:v>98.334303</c:v>
                </c:pt>
                <c:pt idx="26">
                  <c:v>98.355454</c:v>
                </c:pt>
                <c:pt idx="27">
                  <c:v>98.313151</c:v>
                </c:pt>
                <c:pt idx="28">
                  <c:v>97.726191</c:v>
                </c:pt>
                <c:pt idx="29">
                  <c:v>97.784358</c:v>
                </c:pt>
                <c:pt idx="30">
                  <c:v>99.598117</c:v>
                </c:pt>
                <c:pt idx="31">
                  <c:v>98.503516</c:v>
                </c:pt>
                <c:pt idx="32">
                  <c:v>97.937708</c:v>
                </c:pt>
                <c:pt idx="33">
                  <c:v>97.668024</c:v>
                </c:pt>
                <c:pt idx="34">
                  <c:v>97.128655</c:v>
                </c:pt>
                <c:pt idx="35">
                  <c:v>97.149807</c:v>
                </c:pt>
                <c:pt idx="36">
                  <c:v>96.858971</c:v>
                </c:pt>
                <c:pt idx="37">
                  <c:v>96.298451</c:v>
                </c:pt>
                <c:pt idx="38">
                  <c:v>96.055206</c:v>
                </c:pt>
                <c:pt idx="39">
                  <c:v>95.785522</c:v>
                </c:pt>
                <c:pt idx="40">
                  <c:v>95.796098</c:v>
                </c:pt>
                <c:pt idx="41">
                  <c:v>95.505261</c:v>
                </c:pt>
                <c:pt idx="42">
                  <c:v>95.880704</c:v>
                </c:pt>
                <c:pt idx="43">
                  <c:v>95.515837</c:v>
                </c:pt>
                <c:pt idx="44">
                  <c:v>94.960605</c:v>
                </c:pt>
                <c:pt idx="45">
                  <c:v>94.4371</c:v>
                </c:pt>
                <c:pt idx="46">
                  <c:v>94.140976</c:v>
                </c:pt>
                <c:pt idx="47">
                  <c:v>95.981175</c:v>
                </c:pt>
                <c:pt idx="48">
                  <c:v>96.012903</c:v>
                </c:pt>
                <c:pt idx="49">
                  <c:v>95.193274</c:v>
                </c:pt>
                <c:pt idx="50">
                  <c:v>94.675057</c:v>
                </c:pt>
                <c:pt idx="51">
                  <c:v>94.140976</c:v>
                </c:pt>
                <c:pt idx="52">
                  <c:v>93.87658</c:v>
                </c:pt>
                <c:pt idx="53">
                  <c:v>93.612183</c:v>
                </c:pt>
                <c:pt idx="54">
                  <c:v>93.072815</c:v>
                </c:pt>
                <c:pt idx="55">
                  <c:v>92.517582</c:v>
                </c:pt>
                <c:pt idx="56">
                  <c:v>92.52287</c:v>
                </c:pt>
                <c:pt idx="57">
                  <c:v>92.274338</c:v>
                </c:pt>
                <c:pt idx="58">
                  <c:v>91.98879</c:v>
                </c:pt>
                <c:pt idx="59">
                  <c:v>91.407118</c:v>
                </c:pt>
                <c:pt idx="60">
                  <c:v>91.158585</c:v>
                </c:pt>
                <c:pt idx="61">
                  <c:v>90.63508</c:v>
                </c:pt>
                <c:pt idx="62">
                  <c:v>90.63508</c:v>
                </c:pt>
                <c:pt idx="63">
                  <c:v>90.090424</c:v>
                </c:pt>
                <c:pt idx="64">
                  <c:v>90.106287</c:v>
                </c:pt>
                <c:pt idx="65">
                  <c:v>89.556343</c:v>
                </c:pt>
                <c:pt idx="66">
                  <c:v>89.244355</c:v>
                </c:pt>
                <c:pt idx="67">
                  <c:v>89.00111</c:v>
                </c:pt>
                <c:pt idx="68">
                  <c:v>88.726138</c:v>
                </c:pt>
                <c:pt idx="69">
                  <c:v>88.477606</c:v>
                </c:pt>
                <c:pt idx="70">
                  <c:v>88.170906</c:v>
                </c:pt>
                <c:pt idx="71">
                  <c:v>87.901222</c:v>
                </c:pt>
                <c:pt idx="72">
                  <c:v>87.642113</c:v>
                </c:pt>
                <c:pt idx="73">
                  <c:v>87.383005</c:v>
                </c:pt>
                <c:pt idx="74">
                  <c:v>87.102744</c:v>
                </c:pt>
                <c:pt idx="75">
                  <c:v>86.531648</c:v>
                </c:pt>
                <c:pt idx="76">
                  <c:v>86.52636</c:v>
                </c:pt>
                <c:pt idx="77">
                  <c:v>86.780181</c:v>
                </c:pt>
                <c:pt idx="78">
                  <c:v>86.277828</c:v>
                </c:pt>
                <c:pt idx="79">
                  <c:v>85.727883</c:v>
                </c:pt>
                <c:pt idx="80">
                  <c:v>85.474063</c:v>
                </c:pt>
                <c:pt idx="81">
                  <c:v>85.442335</c:v>
                </c:pt>
                <c:pt idx="82">
                  <c:v>85.489926</c:v>
                </c:pt>
                <c:pt idx="83">
                  <c:v>85.183227</c:v>
                </c:pt>
                <c:pt idx="84">
                  <c:v>84.643858</c:v>
                </c:pt>
                <c:pt idx="85">
                  <c:v>84.390038</c:v>
                </c:pt>
                <c:pt idx="86">
                  <c:v>84.405901</c:v>
                </c:pt>
                <c:pt idx="87">
                  <c:v>84.38475</c:v>
                </c:pt>
                <c:pt idx="88">
                  <c:v>84.115065</c:v>
                </c:pt>
                <c:pt idx="89">
                  <c:v>89.302522</c:v>
                </c:pt>
                <c:pt idx="90">
                  <c:v>85.981704</c:v>
                </c:pt>
                <c:pt idx="91">
                  <c:v>85.437047</c:v>
                </c:pt>
                <c:pt idx="92">
                  <c:v>84.908254</c:v>
                </c:pt>
                <c:pt idx="93">
                  <c:v>84.342446</c:v>
                </c:pt>
                <c:pt idx="94">
                  <c:v>84.099202</c:v>
                </c:pt>
                <c:pt idx="95">
                  <c:v>83.834805</c:v>
                </c:pt>
                <c:pt idx="96">
                  <c:v>83.549257</c:v>
                </c:pt>
                <c:pt idx="97">
                  <c:v>83.295437</c:v>
                </c:pt>
                <c:pt idx="98">
                  <c:v>83.009888</c:v>
                </c:pt>
                <c:pt idx="99">
                  <c:v>83.036328</c:v>
                </c:pt>
                <c:pt idx="100">
                  <c:v>82.766644</c:v>
                </c:pt>
                <c:pt idx="101">
                  <c:v>82.47052</c:v>
                </c:pt>
                <c:pt idx="102">
                  <c:v>82.756068</c:v>
                </c:pt>
                <c:pt idx="103">
                  <c:v>83.284861</c:v>
                </c:pt>
                <c:pt idx="104">
                  <c:v>82.771932</c:v>
                </c:pt>
                <c:pt idx="105">
                  <c:v>82.481096</c:v>
                </c:pt>
                <c:pt idx="106">
                  <c:v>81.957591</c:v>
                </c:pt>
                <c:pt idx="107">
                  <c:v>81.640315</c:v>
                </c:pt>
                <c:pt idx="108">
                  <c:v>81.698482</c:v>
                </c:pt>
                <c:pt idx="109">
                  <c:v>81.677331</c:v>
                </c:pt>
                <c:pt idx="110">
                  <c:v>81.132674</c:v>
                </c:pt>
                <c:pt idx="111">
                  <c:v>80.841838</c:v>
                </c:pt>
                <c:pt idx="112">
                  <c:v>80.847126</c:v>
                </c:pt>
                <c:pt idx="113">
                  <c:v>80.857702</c:v>
                </c:pt>
                <c:pt idx="114">
                  <c:v>80.58273</c:v>
                </c:pt>
                <c:pt idx="115">
                  <c:v>80.307757</c:v>
                </c:pt>
                <c:pt idx="116">
                  <c:v>80.038073</c:v>
                </c:pt>
                <c:pt idx="117">
                  <c:v>80.038073</c:v>
                </c:pt>
                <c:pt idx="118">
                  <c:v>80.053937</c:v>
                </c:pt>
                <c:pt idx="119">
                  <c:v>81.11681</c:v>
                </c:pt>
                <c:pt idx="120">
                  <c:v>81.386495</c:v>
                </c:pt>
                <c:pt idx="121">
                  <c:v>80.566866</c:v>
                </c:pt>
                <c:pt idx="122">
                  <c:v>80.038073</c:v>
                </c:pt>
                <c:pt idx="123">
                  <c:v>79.731373</c:v>
                </c:pt>
                <c:pt idx="124">
                  <c:v>79.488129</c:v>
                </c:pt>
                <c:pt idx="125">
                  <c:v>79.202581</c:v>
                </c:pt>
                <c:pt idx="126">
                  <c:v>78.938184</c:v>
                </c:pt>
                <c:pt idx="127">
                  <c:v>78.917032</c:v>
                </c:pt>
                <c:pt idx="128">
                  <c:v>78.657924</c:v>
                </c:pt>
                <c:pt idx="129">
                  <c:v>78.393528</c:v>
                </c:pt>
                <c:pt idx="130">
                  <c:v>78.409391</c:v>
                </c:pt>
                <c:pt idx="131">
                  <c:v>78.102692</c:v>
                </c:pt>
              </c:numCache>
            </c:numRef>
          </c:val>
        </c:ser>
        <c:ser>
          <c:idx val="3"/>
          <c:order val="3"/>
          <c:tx>
            <c:v>B0018</c:v>
          </c:tx>
          <c:spPr>
            <a:solidFill xmlns:a="http://schemas.openxmlformats.org/drawingml/2006/main">
              <a:srgbClr val="8A4E9C"/>
            </a:solidFill>
          </c:spPr>
          <c:marker>
            <c:symbol val="none"/>
          </c:marker>
          <c:cat>
            <c:numRef>
              <c:f>'Chart Data'!$G$2:$G$133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Data'!$H$2:$H$133</c:f>
              <c:numCache>
                <c:formatCode>General</c:formatCode>
                <c:ptCount val="132"/>
                <c:pt idx="0">
                  <c:v>100</c:v>
                </c:pt>
                <c:pt idx="1">
                  <c:v>99.363881</c:v>
                </c:pt>
                <c:pt idx="2">
                  <c:v>99.169811</c:v>
                </c:pt>
                <c:pt idx="3">
                  <c:v>98.690027</c:v>
                </c:pt>
                <c:pt idx="4">
                  <c:v>98.797844</c:v>
                </c:pt>
                <c:pt idx="5">
                  <c:v>98.571429</c:v>
                </c:pt>
                <c:pt idx="6">
                  <c:v>98.177898</c:v>
                </c:pt>
                <c:pt idx="7">
                  <c:v>97.854447</c:v>
                </c:pt>
                <c:pt idx="8">
                  <c:v>97.266846</c:v>
                </c:pt>
                <c:pt idx="9">
                  <c:v>98.280323</c:v>
                </c:pt>
                <c:pt idx="10">
                  <c:v>97.687332</c:v>
                </c:pt>
                <c:pt idx="11">
                  <c:v>97.28841</c:v>
                </c:pt>
                <c:pt idx="12">
                  <c:v>96.539084</c:v>
                </c:pt>
                <c:pt idx="13">
                  <c:v>96.145553</c:v>
                </c:pt>
                <c:pt idx="14">
                  <c:v>96.005391</c:v>
                </c:pt>
                <c:pt idx="15">
                  <c:v>95.48248</c:v>
                </c:pt>
                <c:pt idx="16">
                  <c:v>95.342318</c:v>
                </c:pt>
                <c:pt idx="17">
                  <c:v>94.533693</c:v>
                </c:pt>
                <c:pt idx="18">
                  <c:v>94.134771</c:v>
                </c:pt>
                <c:pt idx="19">
                  <c:v>93.67655</c:v>
                </c:pt>
                <c:pt idx="20">
                  <c:v>93.342318</c:v>
                </c:pt>
                <c:pt idx="21">
                  <c:v>92.107817</c:v>
                </c:pt>
                <c:pt idx="22">
                  <c:v>92.264151</c:v>
                </c:pt>
                <c:pt idx="23">
                  <c:v>92.048518</c:v>
                </c:pt>
                <c:pt idx="24">
                  <c:v>94.296496</c:v>
                </c:pt>
                <c:pt idx="25">
                  <c:v>93.412399</c:v>
                </c:pt>
                <c:pt idx="26">
                  <c:v>92.84097</c:v>
                </c:pt>
                <c:pt idx="27">
                  <c:v>92.280323</c:v>
                </c:pt>
                <c:pt idx="28">
                  <c:v>91.606469</c:v>
                </c:pt>
                <c:pt idx="29">
                  <c:v>91.320755</c:v>
                </c:pt>
                <c:pt idx="30">
                  <c:v>90.668464</c:v>
                </c:pt>
                <c:pt idx="31">
                  <c:v>90.404313</c:v>
                </c:pt>
                <c:pt idx="32">
                  <c:v>89.784367</c:v>
                </c:pt>
                <c:pt idx="33">
                  <c:v>89.336927</c:v>
                </c:pt>
                <c:pt idx="34">
                  <c:v>88.851752</c:v>
                </c:pt>
                <c:pt idx="35">
                  <c:v>88.345013</c:v>
                </c:pt>
                <c:pt idx="36">
                  <c:v>87.74124</c:v>
                </c:pt>
                <c:pt idx="37">
                  <c:v>87.450135</c:v>
                </c:pt>
                <c:pt idx="38">
                  <c:v>87.008086</c:v>
                </c:pt>
                <c:pt idx="39">
                  <c:v>90.355795</c:v>
                </c:pt>
                <c:pt idx="40">
                  <c:v>88.911051</c:v>
                </c:pt>
                <c:pt idx="41">
                  <c:v>88</c:v>
                </c:pt>
                <c:pt idx="42">
                  <c:v>87.137466</c:v>
                </c:pt>
                <c:pt idx="43">
                  <c:v>86.84097</c:v>
                </c:pt>
                <c:pt idx="44">
                  <c:v>86.010782</c:v>
                </c:pt>
                <c:pt idx="45">
                  <c:v>93.083558</c:v>
                </c:pt>
                <c:pt idx="46">
                  <c:v>92.539084</c:v>
                </c:pt>
                <c:pt idx="47">
                  <c:v>91.41779</c:v>
                </c:pt>
                <c:pt idx="48">
                  <c:v>90.447439</c:v>
                </c:pt>
                <c:pt idx="49">
                  <c:v>89.525606</c:v>
                </c:pt>
                <c:pt idx="50">
                  <c:v>89.832884</c:v>
                </c:pt>
                <c:pt idx="51">
                  <c:v>88.77628</c:v>
                </c:pt>
                <c:pt idx="52">
                  <c:v>87.644205</c:v>
                </c:pt>
                <c:pt idx="53">
                  <c:v>86.911051</c:v>
                </c:pt>
                <c:pt idx="54">
                  <c:v>86.560647</c:v>
                </c:pt>
                <c:pt idx="55">
                  <c:v>90.221024</c:v>
                </c:pt>
                <c:pt idx="56">
                  <c:v>88.431267</c:v>
                </c:pt>
                <c:pt idx="57">
                  <c:v>86.97035</c:v>
                </c:pt>
                <c:pt idx="58">
                  <c:v>85.827493</c:v>
                </c:pt>
                <c:pt idx="59">
                  <c:v>85.530997</c:v>
                </c:pt>
                <c:pt idx="60">
                  <c:v>85.180593</c:v>
                </c:pt>
                <c:pt idx="61">
                  <c:v>84.32345</c:v>
                </c:pt>
                <c:pt idx="62">
                  <c:v>83.859838</c:v>
                </c:pt>
                <c:pt idx="63">
                  <c:v>83.02965</c:v>
                </c:pt>
                <c:pt idx="64">
                  <c:v>82.598383</c:v>
                </c:pt>
                <c:pt idx="65">
                  <c:v>82.566038</c:v>
                </c:pt>
                <c:pt idx="66">
                  <c:v>82.06469</c:v>
                </c:pt>
                <c:pt idx="67">
                  <c:v>81.212938</c:v>
                </c:pt>
                <c:pt idx="68">
                  <c:v>80.938005</c:v>
                </c:pt>
                <c:pt idx="69">
                  <c:v>80.668464</c:v>
                </c:pt>
                <c:pt idx="70">
                  <c:v>82.663073</c:v>
                </c:pt>
                <c:pt idx="71">
                  <c:v>82.145553</c:v>
                </c:pt>
                <c:pt idx="72">
                  <c:v>80.927224</c:v>
                </c:pt>
                <c:pt idx="73">
                  <c:v>80.45283</c:v>
                </c:pt>
                <c:pt idx="74">
                  <c:v>79.962264</c:v>
                </c:pt>
                <c:pt idx="75">
                  <c:v>79.822102</c:v>
                </c:pt>
                <c:pt idx="76">
                  <c:v>79.433962</c:v>
                </c:pt>
                <c:pt idx="77">
                  <c:v>79.137466</c:v>
                </c:pt>
                <c:pt idx="78">
                  <c:v>78.603774</c:v>
                </c:pt>
                <c:pt idx="79">
                  <c:v>78.053908</c:v>
                </c:pt>
                <c:pt idx="80">
                  <c:v>78.318059</c:v>
                </c:pt>
                <c:pt idx="81">
                  <c:v>77.762803</c:v>
                </c:pt>
                <c:pt idx="82">
                  <c:v>77.590296</c:v>
                </c:pt>
                <c:pt idx="83">
                  <c:v>77.013477</c:v>
                </c:pt>
                <c:pt idx="84">
                  <c:v>76.814016</c:v>
                </c:pt>
                <c:pt idx="85">
                  <c:v>79.234501</c:v>
                </c:pt>
                <c:pt idx="86">
                  <c:v>78.307278</c:v>
                </c:pt>
                <c:pt idx="87">
                  <c:v>77.778976</c:v>
                </c:pt>
                <c:pt idx="88">
                  <c:v>77.002695</c:v>
                </c:pt>
                <c:pt idx="89">
                  <c:v>76.307278</c:v>
                </c:pt>
                <c:pt idx="90">
                  <c:v>78.415094</c:v>
                </c:pt>
                <c:pt idx="91">
                  <c:v>76.997305</c:v>
                </c:pt>
                <c:pt idx="92">
                  <c:v>76.533693</c:v>
                </c:pt>
                <c:pt idx="93">
                  <c:v>76.312668</c:v>
                </c:pt>
                <c:pt idx="94">
                  <c:v>75.778976</c:v>
                </c:pt>
                <c:pt idx="95">
                  <c:v>75.924528</c:v>
                </c:pt>
                <c:pt idx="96">
                  <c:v>75.304582</c:v>
                </c:pt>
                <c:pt idx="97">
                  <c:v>75.126685</c:v>
                </c:pt>
                <c:pt idx="98">
                  <c:v>74.90027</c:v>
                </c:pt>
                <c:pt idx="99">
                  <c:v>74.318059</c:v>
                </c:pt>
                <c:pt idx="100">
                  <c:v>74.657682</c:v>
                </c:pt>
                <c:pt idx="101">
                  <c:v>73.87062</c:v>
                </c:pt>
                <c:pt idx="102">
                  <c:v>74.032345</c:v>
                </c:pt>
                <c:pt idx="103">
                  <c:v>73.74124</c:v>
                </c:pt>
                <c:pt idx="104">
                  <c:v>73.137466</c:v>
                </c:pt>
                <c:pt idx="105">
                  <c:v>78.727763</c:v>
                </c:pt>
                <c:pt idx="106">
                  <c:v>78.172507</c:v>
                </c:pt>
                <c:pt idx="107">
                  <c:v>77.525606</c:v>
                </c:pt>
                <c:pt idx="108">
                  <c:v>77.002695</c:v>
                </c:pt>
                <c:pt idx="109">
                  <c:v>76.269542</c:v>
                </c:pt>
                <c:pt idx="110">
                  <c:v>76.221024</c:v>
                </c:pt>
                <c:pt idx="111">
                  <c:v>75.412399</c:v>
                </c:pt>
                <c:pt idx="112">
                  <c:v>75.218329</c:v>
                </c:pt>
                <c:pt idx="113">
                  <c:v>74.932615</c:v>
                </c:pt>
                <c:pt idx="114">
                  <c:v>74.716981</c:v>
                </c:pt>
                <c:pt idx="115">
                  <c:v>74.83558</c:v>
                </c:pt>
                <c:pt idx="116">
                  <c:v>74.188679</c:v>
                </c:pt>
                <c:pt idx="117">
                  <c:v>73.568733</c:v>
                </c:pt>
                <c:pt idx="118">
                  <c:v>73.261456</c:v>
                </c:pt>
                <c:pt idx="119">
                  <c:v>72.571429</c:v>
                </c:pt>
                <c:pt idx="120">
                  <c:v>76.916442</c:v>
                </c:pt>
                <c:pt idx="121">
                  <c:v>75.816712</c:v>
                </c:pt>
                <c:pt idx="122">
                  <c:v>75.121294</c:v>
                </c:pt>
                <c:pt idx="123">
                  <c:v>74.83558</c:v>
                </c:pt>
                <c:pt idx="124">
                  <c:v>73.865229</c:v>
                </c:pt>
                <c:pt idx="125">
                  <c:v>74.377358</c:v>
                </c:pt>
                <c:pt idx="126">
                  <c:v>73.784367</c:v>
                </c:pt>
                <c:pt idx="127">
                  <c:v>73.460916</c:v>
                </c:pt>
                <c:pt idx="128">
                  <c:v>73.498652</c:v>
                </c:pt>
                <c:pt idx="129">
                  <c:v>72.878706</c:v>
                </c:pt>
                <c:pt idx="130">
                  <c:v>73.03504</c:v>
                </c:pt>
                <c:pt idx="131">
                  <c:v>72.296496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相对首循环容量（%）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下降比例（%）</c:v>
          </c:tx>
          <c:spPr>
            <a:solidFill xmlns:a="http://schemas.openxmlformats.org/drawingml/2006/main">
              <a:srgbClr val="176B87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B0005</c:v>
                </c:pt>
                <c:pt idx="1">
                  <c:v>B0006</c:v>
                </c:pt>
                <c:pt idx="2">
                  <c:v>B0007</c:v>
                </c:pt>
                <c:pt idx="3">
                  <c:v>B0018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26.490708</c:v>
                </c:pt>
                <c:pt idx="1">
                  <c:v>35.36088</c:v>
                </c:pt>
                <c:pt idx="2">
                  <c:v>21.897308</c:v>
                </c:pt>
                <c:pt idx="3">
                  <c:v>27.703504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下降比例（%）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E261F-207D-4F4B-AD90-E95A0772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defRPr sz="2925">
                <a:solidFill>
                  <a:srgbClr val="172B3A"/>
                </a:solidFill>
              </a:defRPr>
            </a:lvl1pPr>
            <a:lvl2pPr>
              <a:defRPr sz="2925">
                <a:solidFill>
                  <a:srgbClr val="172B3A"/>
                </a:solidFill>
              </a:defRPr>
            </a:lvl2pPr>
            <a:lvl3pPr>
              <a:defRPr sz="2925">
                <a:solidFill>
                  <a:srgbClr val="172B3A"/>
                </a:solidFill>
              </a:defRPr>
            </a:lvl3pPr>
            <a:lvl4pPr>
              <a:defRPr sz="2925">
                <a:solidFill>
                  <a:srgbClr val="172B3A"/>
                </a:solidFill>
              </a:defRPr>
            </a:lvl4pPr>
            <a:lvl5pPr>
              <a:defRPr sz="2925">
                <a:solidFill>
                  <a:srgbClr val="172B3A"/>
                </a:solidFill>
              </a:defRPr>
            </a:lvl5pPr>
            <a:lvl6pPr>
              <a:defRPr sz="2925">
                <a:solidFill>
                  <a:srgbClr val="172B3A"/>
                </a:solidFill>
              </a:defRPr>
            </a:lvl6pPr>
            <a:lvl7pPr>
              <a:defRPr sz="2925">
                <a:solidFill>
                  <a:srgbClr val="172B3A"/>
                </a:solidFill>
              </a:defRPr>
            </a:lvl7pPr>
            <a:lvl8pPr>
              <a:defRPr sz="2925">
                <a:solidFill>
                  <a:srgbClr val="172B3A"/>
                </a:solidFill>
              </a:defRPr>
            </a:lvl8pPr>
            <a:lvl9pPr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电池容量退化：从读入数据到识别差异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9D709-87E4-43EB-824B-55584635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defRPr sz="1200">
                <a:solidFill>
                  <a:srgbClr val="687985"/>
                </a:solidFill>
              </a:defRPr>
            </a:lvl1pPr>
            <a:lvl2pPr>
              <a:defRPr sz="1200">
                <a:solidFill>
                  <a:srgbClr val="687985"/>
                </a:solidFill>
              </a:defRPr>
            </a:lvl2pPr>
            <a:lvl3pPr>
              <a:defRPr sz="1200">
                <a:solidFill>
                  <a:srgbClr val="687985"/>
                </a:solidFill>
              </a:defRPr>
            </a:lvl3pPr>
            <a:lvl4pPr>
              <a:defRPr sz="1200">
                <a:solidFill>
                  <a:srgbClr val="687985"/>
                </a:solidFill>
              </a:defRPr>
            </a:lvl4pPr>
            <a:lvl5pPr>
              <a:defRPr sz="1200">
                <a:solidFill>
                  <a:srgbClr val="687985"/>
                </a:solidFill>
              </a:defRPr>
            </a:lvl5pPr>
            <a:lvl6pPr>
              <a:defRPr sz="1200">
                <a:solidFill>
                  <a:srgbClr val="687985"/>
                </a:solidFill>
              </a:defRPr>
            </a:lvl6pPr>
            <a:lvl7pPr>
              <a:defRPr sz="1200">
                <a:solidFill>
                  <a:srgbClr val="687985"/>
                </a:solidFill>
              </a:defRPr>
            </a:lvl7pPr>
            <a:lvl8pPr>
              <a:defRPr sz="1200">
                <a:solidFill>
                  <a:srgbClr val="687985"/>
                </a:solidFill>
              </a:defRPr>
            </a:lvl8pPr>
            <a:lvl9pPr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92813-F4F1-44F7-B015-12C906CF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B33F7-A15B-4C23-BFDB-3F15D8E2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72B3A"/>
                </a:solidFill>
              </a:defRPr>
            </a:defPPr>
            <a:lvl1pPr>
              <a:defRPr sz="2400">
                <a:solidFill>
                  <a:srgbClr val="172B3A"/>
                </a:solidFill>
              </a:defRPr>
            </a:lvl1pPr>
            <a:lvl2pPr>
              <a:defRPr sz="2400">
                <a:solidFill>
                  <a:srgbClr val="172B3A"/>
                </a:solidFill>
              </a:defRPr>
            </a:lvl2pPr>
            <a:lvl3pPr>
              <a:defRPr sz="2400">
                <a:solidFill>
                  <a:srgbClr val="172B3A"/>
                </a:solidFill>
              </a:defRPr>
            </a:lvl3pPr>
            <a:lvl4pPr>
              <a:defRPr sz="2400">
                <a:solidFill>
                  <a:srgbClr val="172B3A"/>
                </a:solidFill>
              </a:defRPr>
            </a:lvl4pPr>
            <a:lvl5pPr>
              <a:defRPr sz="2400">
                <a:solidFill>
                  <a:srgbClr val="172B3A"/>
                </a:solidFill>
              </a:defRPr>
            </a:lvl5pPr>
            <a:lvl6pPr>
              <a:defRPr sz="2400">
                <a:solidFill>
                  <a:srgbClr val="172B3A"/>
                </a:solidFill>
              </a:defRPr>
            </a:lvl6pPr>
            <a:lvl7pPr>
              <a:defRPr sz="2400">
                <a:solidFill>
                  <a:srgbClr val="172B3A"/>
                </a:solidFill>
              </a:defRPr>
            </a:lvl7pPr>
            <a:lvl8pPr>
              <a:defRPr sz="2400">
                <a:solidFill>
                  <a:srgbClr val="172B3A"/>
                </a:solidFill>
              </a:defRPr>
            </a:lvl8pPr>
            <a:lvl9pPr>
              <a:defRPr sz="24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题目三  无人设备电池健康评估与剩余寿命预测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22D15-C2D0-462A-9F68-FA691994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0763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2B3A"/>
                </a:solidFill>
              </a:defRPr>
            </a:defPPr>
            <a:lvl1pPr>
              <a:defRPr sz="2325">
                <a:solidFill>
                  <a:srgbClr val="172B3A"/>
                </a:solidFill>
              </a:defRPr>
            </a:lvl1pPr>
            <a:lvl2pPr>
              <a:defRPr sz="2325">
                <a:solidFill>
                  <a:srgbClr val="172B3A"/>
                </a:solidFill>
              </a:defRPr>
            </a:lvl2pPr>
            <a:lvl3pPr>
              <a:defRPr sz="2325">
                <a:solidFill>
                  <a:srgbClr val="172B3A"/>
                </a:solidFill>
              </a:defRPr>
            </a:lvl3pPr>
            <a:lvl4pPr>
              <a:defRPr sz="2325">
                <a:solidFill>
                  <a:srgbClr val="172B3A"/>
                </a:solidFill>
              </a:defRPr>
            </a:lvl4pPr>
            <a:lvl5pPr>
              <a:defRPr sz="2325">
                <a:solidFill>
                  <a:srgbClr val="172B3A"/>
                </a:solidFill>
              </a:defRPr>
            </a:lvl5pPr>
            <a:lvl6pPr>
              <a:defRPr sz="2325">
                <a:solidFill>
                  <a:srgbClr val="172B3A"/>
                </a:solidFill>
              </a:defRPr>
            </a:lvl6pPr>
            <a:lvl7pPr>
              <a:defRPr sz="2325">
                <a:solidFill>
                  <a:srgbClr val="172B3A"/>
                </a:solidFill>
              </a:defRPr>
            </a:lvl7pPr>
            <a:lvl8pPr>
              <a:defRPr sz="2325">
                <a:solidFill>
                  <a:srgbClr val="172B3A"/>
                </a:solidFill>
              </a:defRPr>
            </a:lvl8pPr>
            <a:lvl9pPr>
              <a:defRPr sz="23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325">
                <a:solidFill>
                  <a:srgbClr val="172B3A"/>
                </a:solidFill>
              </a:defRPr>
            </a:pPr>
            <a:r>
              <a:rPr sz="2325">
                <a:solidFill>
                  <a:srgbClr val="172B3A"/>
                </a:solidFill>
              </a:rPr>
              <a:t>01  读取与清洗：检查数据能否用于分析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>
                <a:solidFill>
                  <a:srgbClr val="172B3A"/>
                </a:solidFill>
              </a:defRPr>
            </a:pPr>
            <a:r>
              <a:rPr sz="2325">
                <a:solidFill>
                  <a:srgbClr val="172B3A"/>
                </a:solidFill>
              </a:rPr>
              <a:t>02  可视化退化：观察趋势并比较个体差异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>
                <a:solidFill>
                  <a:srgbClr val="172B3A"/>
                </a:solidFill>
              </a:defRPr>
            </a:pPr>
            <a:r>
              <a:rPr sz="2325">
                <a:solidFill>
                  <a:srgbClr val="172B3A"/>
                </a:solidFill>
              </a:rPr>
              <a:t>本阶段成果：两份Python代码、三张图、对比表</a:t>
            </a:r>
          </a:p>
        </p:txBody>
      </p:sp>
    </p:spTree>
    <p:extLst>
      <p:ext uri="{BB962C8B-B14F-4D97-AF65-F5344CB8AC3E}">
        <p14:creationId xmlns:p14="http://schemas.microsoft.com/office/powerpoint/2010/main" val="667647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B73E2-7B0D-4BF4-9F9C-C06E3AAE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defRPr sz="2925">
                <a:solidFill>
                  <a:srgbClr val="172B3A"/>
                </a:solidFill>
              </a:defRPr>
            </a:lvl1pPr>
            <a:lvl2pPr>
              <a:defRPr sz="2925">
                <a:solidFill>
                  <a:srgbClr val="172B3A"/>
                </a:solidFill>
              </a:defRPr>
            </a:lvl2pPr>
            <a:lvl3pPr>
              <a:defRPr sz="2925">
                <a:solidFill>
                  <a:srgbClr val="172B3A"/>
                </a:solidFill>
              </a:defRPr>
            </a:lvl3pPr>
            <a:lvl4pPr>
              <a:defRPr sz="2925">
                <a:solidFill>
                  <a:srgbClr val="172B3A"/>
                </a:solidFill>
              </a:defRPr>
            </a:lvl4pPr>
            <a:lvl5pPr>
              <a:defRPr sz="2925">
                <a:solidFill>
                  <a:srgbClr val="172B3A"/>
                </a:solidFill>
              </a:defRPr>
            </a:lvl5pPr>
            <a:lvl6pPr>
              <a:defRPr sz="2925">
                <a:solidFill>
                  <a:srgbClr val="172B3A"/>
                </a:solidFill>
              </a:defRPr>
            </a:lvl6pPr>
            <a:lvl7pPr>
              <a:defRPr sz="2925">
                <a:solidFill>
                  <a:srgbClr val="172B3A"/>
                </a:solidFill>
              </a:defRPr>
            </a:lvl7pPr>
            <a:lvl8pPr>
              <a:defRPr sz="2925">
                <a:solidFill>
                  <a:srgbClr val="172B3A"/>
                </a:solidFill>
              </a:defRPr>
            </a:lvl8pPr>
            <a:lvl9pPr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01 / 数据读取：一行代表一次放电循环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EC738-6165-4CFD-88B4-A7E24EAE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defRPr sz="1200">
                <a:solidFill>
                  <a:srgbClr val="687985"/>
                </a:solidFill>
              </a:defRPr>
            </a:lvl1pPr>
            <a:lvl2pPr>
              <a:defRPr sz="1200">
                <a:solidFill>
                  <a:srgbClr val="687985"/>
                </a:solidFill>
              </a:defRPr>
            </a:lvl2pPr>
            <a:lvl3pPr>
              <a:defRPr sz="1200">
                <a:solidFill>
                  <a:srgbClr val="687985"/>
                </a:solidFill>
              </a:defRPr>
            </a:lvl3pPr>
            <a:lvl4pPr>
              <a:defRPr sz="1200">
                <a:solidFill>
                  <a:srgbClr val="687985"/>
                </a:solidFill>
              </a:defRPr>
            </a:lvl4pPr>
            <a:lvl5pPr>
              <a:defRPr sz="1200">
                <a:solidFill>
                  <a:srgbClr val="687985"/>
                </a:solidFill>
              </a:defRPr>
            </a:lvl5pPr>
            <a:lvl6pPr>
              <a:defRPr sz="1200">
                <a:solidFill>
                  <a:srgbClr val="687985"/>
                </a:solidFill>
              </a:defRPr>
            </a:lvl6pPr>
            <a:lvl7pPr>
              <a:defRPr sz="1200">
                <a:solidFill>
                  <a:srgbClr val="687985"/>
                </a:solidFill>
              </a:defRPr>
            </a:lvl7pPr>
            <a:lvl8pPr>
              <a:defRPr sz="1200">
                <a:solidFill>
                  <a:srgbClr val="687985"/>
                </a:solidFill>
              </a:defRPr>
            </a:lvl8pPr>
            <a:lvl9pPr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66CE3-8DA2-4827-91A7-536D6C86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30C02-5C43-417A-BB65-AD29A33D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6B87"/>
                </a:solidFill>
              </a:defRPr>
            </a:defPPr>
            <a:lvl1pPr>
              <a:defRPr sz="2325">
                <a:solidFill>
                  <a:srgbClr val="176B87"/>
                </a:solidFill>
              </a:defRPr>
            </a:lvl1pPr>
            <a:lvl2pPr>
              <a:defRPr sz="2325">
                <a:solidFill>
                  <a:srgbClr val="176B87"/>
                </a:solidFill>
              </a:defRPr>
            </a:lvl2pPr>
            <a:lvl3pPr>
              <a:defRPr sz="2325">
                <a:solidFill>
                  <a:srgbClr val="176B87"/>
                </a:solidFill>
              </a:defRPr>
            </a:lvl3pPr>
            <a:lvl4pPr>
              <a:defRPr sz="2325">
                <a:solidFill>
                  <a:srgbClr val="176B87"/>
                </a:solidFill>
              </a:defRPr>
            </a:lvl4pPr>
            <a:lvl5pPr>
              <a:defRPr sz="2325">
                <a:solidFill>
                  <a:srgbClr val="176B87"/>
                </a:solidFill>
              </a:defRPr>
            </a:lvl5pPr>
            <a:lvl6pPr>
              <a:defRPr sz="2325">
                <a:solidFill>
                  <a:srgbClr val="176B87"/>
                </a:solidFill>
              </a:defRPr>
            </a:lvl6pPr>
            <a:lvl7pPr>
              <a:defRPr sz="2325">
                <a:solidFill>
                  <a:srgbClr val="176B87"/>
                </a:solidFill>
              </a:defRPr>
            </a:lvl7pPr>
            <a:lvl8pPr>
              <a:defRPr sz="2325">
                <a:solidFill>
                  <a:srgbClr val="176B87"/>
                </a:solidFill>
              </a:defRPr>
            </a:lvl8pPr>
            <a:lvl9pPr>
              <a:defRPr sz="2325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defRPr sz="2325">
                <a:solidFill>
                  <a:srgbClr val="176B87"/>
                </a:solidFill>
              </a:defRPr>
            </a:pPr>
            <a:r>
              <a:rPr sz="2325">
                <a:solidFill>
                  <a:srgbClr val="176B87"/>
                </a:solidFill>
              </a:rPr>
              <a:t>pd.read_csv(..., encoding="utf-8-sig")</a:t>
            </a:r>
          </a:p>
          <a:p xmlns:a="http://schemas.openxmlformats.org/drawingml/2006/main">
            <a:pPr>
              <a:defRPr sz="2325">
                <a:solidFill>
                  <a:srgbClr val="176B87"/>
                </a:solidFill>
              </a:defRPr>
            </a:pPr>
            <a:r>
              <a:rPr sz="2325">
                <a:solidFill>
                  <a:srgbClr val="176B87"/>
                </a:solidFill>
              </a:rPr>
              <a:t>df.head()    df.shape    df.dtypes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91B83-6E34-4E17-A833-07B4C14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2B3A"/>
                </a:solidFill>
              </a:defRPr>
            </a:defPPr>
            <a:lvl1pPr>
              <a:defRPr sz="2100">
                <a:solidFill>
                  <a:srgbClr val="172B3A"/>
                </a:solidFill>
              </a:defRPr>
            </a:lvl1pPr>
            <a:lvl2pPr>
              <a:defRPr sz="2100">
                <a:solidFill>
                  <a:srgbClr val="172B3A"/>
                </a:solidFill>
              </a:defRPr>
            </a:lvl2pPr>
            <a:lvl3pPr>
              <a:defRPr sz="2100">
                <a:solidFill>
                  <a:srgbClr val="172B3A"/>
                </a:solidFill>
              </a:defRPr>
            </a:lvl3pPr>
            <a:lvl4pPr>
              <a:defRPr sz="2100">
                <a:solidFill>
                  <a:srgbClr val="172B3A"/>
                </a:solidFill>
              </a:defRPr>
            </a:lvl4pPr>
            <a:lvl5pPr>
              <a:defRPr sz="2100">
                <a:solidFill>
                  <a:srgbClr val="172B3A"/>
                </a:solidFill>
              </a:defRPr>
            </a:lvl5pPr>
            <a:lvl6pPr>
              <a:defRPr sz="2100">
                <a:solidFill>
                  <a:srgbClr val="172B3A"/>
                </a:solidFill>
              </a:defRPr>
            </a:lvl6pPr>
            <a:lvl7pPr>
              <a:defRPr sz="2100">
                <a:solidFill>
                  <a:srgbClr val="172B3A"/>
                </a:solidFill>
              </a:defRPr>
            </a:lvl7pPr>
            <a:lvl8pPr>
              <a:defRPr sz="2100">
                <a:solidFill>
                  <a:srgbClr val="172B3A"/>
                </a:solidFill>
              </a:defRPr>
            </a:lvl8pPr>
            <a:lvl9pPr>
              <a:defRPr sz="21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172B3A"/>
                </a:solidFill>
              </a:defRPr>
            </a:pPr>
            <a:r>
              <a:rPr sz="2100">
                <a:solidFill>
                  <a:srgbClr val="172B3A"/>
                </a:solidFill>
              </a:rPr>
              <a:t>636行 × 4列；4块电池；环境温度均为24℃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72B3A"/>
                </a:solidFill>
              </a:defRPr>
            </a:pPr>
            <a:r>
              <a:rPr sz="2100">
                <a:solidFill>
                  <a:srgbClr val="172B3A"/>
                </a:solidFill>
              </a:rPr>
              <a:t>battery_id：电池编号      cycle：放电循环次数</a:t>
            </a:r>
          </a:p>
          <a:p xmlns:a="http://schemas.openxmlformats.org/drawingml/2006/main">
            <a:pPr>
              <a:defRPr sz="2100">
                <a:solidFill>
                  <a:srgbClr val="172B3A"/>
                </a:solidFill>
              </a:defRPr>
            </a:pPr>
            <a:r>
              <a:rPr sz="2100">
                <a:solidFill>
                  <a:srgbClr val="172B3A"/>
                </a:solidFill>
              </a:rPr>
              <a:t>capacity_Ah：放电容量   ambient_temp_C：环境温度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72B3A"/>
                </a:solidFill>
              </a:defRPr>
            </a:pPr>
            <a:r>
              <a:rPr sz="2100">
                <a:solidFill>
                  <a:srgbClr val="172B3A"/>
                </a:solidFill>
              </a:rPr>
              <a:t>B0005 / B0006 / B0007 各168次；B0018 为132次</a:t>
            </a:r>
          </a:p>
        </p:txBody>
      </p:sp>
    </p:spTree>
    <p:extLst>
      <p:ext uri="{BB962C8B-B14F-4D97-AF65-F5344CB8AC3E}">
        <p14:creationId xmlns:p14="http://schemas.microsoft.com/office/powerpoint/2010/main" val="1384779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85684-93A2-4EF2-BA4F-4B0DB260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defRPr sz="2925">
                <a:solidFill>
                  <a:srgbClr val="172B3A"/>
                </a:solidFill>
              </a:defRPr>
            </a:lvl1pPr>
            <a:lvl2pPr>
              <a:defRPr sz="2925">
                <a:solidFill>
                  <a:srgbClr val="172B3A"/>
                </a:solidFill>
              </a:defRPr>
            </a:lvl2pPr>
            <a:lvl3pPr>
              <a:defRPr sz="2925">
                <a:solidFill>
                  <a:srgbClr val="172B3A"/>
                </a:solidFill>
              </a:defRPr>
            </a:lvl3pPr>
            <a:lvl4pPr>
              <a:defRPr sz="2925">
                <a:solidFill>
                  <a:srgbClr val="172B3A"/>
                </a:solidFill>
              </a:defRPr>
            </a:lvl4pPr>
            <a:lvl5pPr>
              <a:defRPr sz="2925">
                <a:solidFill>
                  <a:srgbClr val="172B3A"/>
                </a:solidFill>
              </a:defRPr>
            </a:lvl5pPr>
            <a:lvl6pPr>
              <a:defRPr sz="2925">
                <a:solidFill>
                  <a:srgbClr val="172B3A"/>
                </a:solidFill>
              </a:defRPr>
            </a:lvl6pPr>
            <a:lvl7pPr>
              <a:defRPr sz="2925">
                <a:solidFill>
                  <a:srgbClr val="172B3A"/>
                </a:solidFill>
              </a:defRPr>
            </a:lvl7pPr>
            <a:lvl8pPr>
              <a:defRPr sz="2925">
                <a:solidFill>
                  <a:srgbClr val="172B3A"/>
                </a:solidFill>
              </a:defRPr>
            </a:lvl8pPr>
            <a:lvl9pPr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01 / 清洗：先验证，再决定是否处理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8EA32-9CC4-4201-BB49-06DFAA52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defRPr sz="1200">
                <a:solidFill>
                  <a:srgbClr val="687985"/>
                </a:solidFill>
              </a:defRPr>
            </a:lvl1pPr>
            <a:lvl2pPr>
              <a:defRPr sz="1200">
                <a:solidFill>
                  <a:srgbClr val="687985"/>
                </a:solidFill>
              </a:defRPr>
            </a:lvl2pPr>
            <a:lvl3pPr>
              <a:defRPr sz="1200">
                <a:solidFill>
                  <a:srgbClr val="687985"/>
                </a:solidFill>
              </a:defRPr>
            </a:lvl3pPr>
            <a:lvl4pPr>
              <a:defRPr sz="1200">
                <a:solidFill>
                  <a:srgbClr val="687985"/>
                </a:solidFill>
              </a:defRPr>
            </a:lvl4pPr>
            <a:lvl5pPr>
              <a:defRPr sz="1200">
                <a:solidFill>
                  <a:srgbClr val="687985"/>
                </a:solidFill>
              </a:defRPr>
            </a:lvl5pPr>
            <a:lvl6pPr>
              <a:defRPr sz="1200">
                <a:solidFill>
                  <a:srgbClr val="687985"/>
                </a:solidFill>
              </a:defRPr>
            </a:lvl6pPr>
            <a:lvl7pPr>
              <a:defRPr sz="1200">
                <a:solidFill>
                  <a:srgbClr val="687985"/>
                </a:solidFill>
              </a:defRPr>
            </a:lvl7pPr>
            <a:lvl8pPr>
              <a:defRPr sz="1200">
                <a:solidFill>
                  <a:srgbClr val="687985"/>
                </a:solidFill>
              </a:defRPr>
            </a:lvl8pPr>
            <a:lvl9pPr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FEF7E-F7A7-42BD-8058-66A7223E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2EE13-DB5A-4035-8EF5-905C72CA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76B87"/>
                </a:solidFill>
              </a:defRPr>
            </a:defPPr>
            <a:lvl1pPr>
              <a:defRPr sz="2400">
                <a:solidFill>
                  <a:srgbClr val="176B87"/>
                </a:solidFill>
              </a:defRPr>
            </a:lvl1pPr>
            <a:lvl2pPr>
              <a:defRPr sz="2400">
                <a:solidFill>
                  <a:srgbClr val="176B87"/>
                </a:solidFill>
              </a:defRPr>
            </a:lvl2pPr>
            <a:lvl3pPr>
              <a:defRPr sz="2400">
                <a:solidFill>
                  <a:srgbClr val="176B87"/>
                </a:solidFill>
              </a:defRPr>
            </a:lvl3pPr>
            <a:lvl4pPr>
              <a:defRPr sz="2400">
                <a:solidFill>
                  <a:srgbClr val="176B87"/>
                </a:solidFill>
              </a:defRPr>
            </a:lvl4pPr>
            <a:lvl5pPr>
              <a:defRPr sz="2400">
                <a:solidFill>
                  <a:srgbClr val="176B87"/>
                </a:solidFill>
              </a:defRPr>
            </a:lvl5pPr>
            <a:lvl6pPr>
              <a:defRPr sz="2400">
                <a:solidFill>
                  <a:srgbClr val="176B87"/>
                </a:solidFill>
              </a:defRPr>
            </a:lvl6pPr>
            <a:lvl7pPr>
              <a:defRPr sz="2400">
                <a:solidFill>
                  <a:srgbClr val="176B87"/>
                </a:solidFill>
              </a:defRPr>
            </a:lvl7pPr>
            <a:lvl8pPr>
              <a:defRPr sz="2400">
                <a:solidFill>
                  <a:srgbClr val="176B87"/>
                </a:solidFill>
              </a:defRPr>
            </a:lvl8pPr>
            <a:lvl9pPr>
              <a:defRPr sz="2400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defRPr sz="2400">
                <a:solidFill>
                  <a:srgbClr val="176B87"/>
                </a:solidFill>
              </a:defRPr>
            </a:pPr>
            <a:r>
              <a:rPr sz="2400">
                <a:solidFill>
                  <a:srgbClr val="176B87"/>
                </a:solidFill>
              </a:rPr>
              <a:t>字段规范 → 数值转换 → 缺失与重复检查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>
                <a:solidFill>
                  <a:srgbClr val="176B87"/>
                </a:solidFill>
              </a:defRPr>
            </a:pPr>
            <a:r>
              <a:rPr sz="2400">
                <a:solidFill>
                  <a:srgbClr val="176B87"/>
                </a:solidFill>
              </a:rPr>
              <a:t>有效数值与正容量 → 循环连续性 → 分组排序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4B149-86B4-4A76-9021-118AFF8C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085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172B3A"/>
                </a:solidFill>
              </a:defRPr>
            </a:defPPr>
            <a:lvl1pPr>
              <a:defRPr sz="2025">
                <a:solidFill>
                  <a:srgbClr val="172B3A"/>
                </a:solidFill>
              </a:defRPr>
            </a:lvl1pPr>
            <a:lvl2pPr>
              <a:defRPr sz="2025">
                <a:solidFill>
                  <a:srgbClr val="172B3A"/>
                </a:solidFill>
              </a:defRPr>
            </a:lvl2pPr>
            <a:lvl3pPr>
              <a:defRPr sz="2025">
                <a:solidFill>
                  <a:srgbClr val="172B3A"/>
                </a:solidFill>
              </a:defRPr>
            </a:lvl3pPr>
            <a:lvl4pPr>
              <a:defRPr sz="2025">
                <a:solidFill>
                  <a:srgbClr val="172B3A"/>
                </a:solidFill>
              </a:defRPr>
            </a:lvl4pPr>
            <a:lvl5pPr>
              <a:defRPr sz="2025">
                <a:solidFill>
                  <a:srgbClr val="172B3A"/>
                </a:solidFill>
              </a:defRPr>
            </a:lvl5pPr>
            <a:lvl6pPr>
              <a:defRPr sz="2025">
                <a:solidFill>
                  <a:srgbClr val="172B3A"/>
                </a:solidFill>
              </a:defRPr>
            </a:lvl6pPr>
            <a:lvl7pPr>
              <a:defRPr sz="2025">
                <a:solidFill>
                  <a:srgbClr val="172B3A"/>
                </a:solidFill>
              </a:defRPr>
            </a:lvl7pPr>
            <a:lvl8pPr>
              <a:defRPr sz="2025">
                <a:solidFill>
                  <a:srgbClr val="172B3A"/>
                </a:solidFill>
              </a:defRPr>
            </a:lvl8pPr>
            <a:lvl9pPr>
              <a:defRPr sz="20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实测检查：缺失0；重复0；主键冲突0；循环缺口0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清洗前636行 → 清洗后636行；容量范围1.1538–2.0353 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输出 battery_clean.csv 与 battery_summary.csv</a:t>
            </a:r>
          </a:p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保留原始CSV；不插值、不平滑、不删除局部回升</a:t>
            </a:r>
          </a:p>
        </p:txBody>
      </p:sp>
    </p:spTree>
    <p:extLst>
      <p:ext uri="{BB962C8B-B14F-4D97-AF65-F5344CB8AC3E}">
        <p14:creationId xmlns:p14="http://schemas.microsoft.com/office/powerpoint/2010/main" val="1946433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D2720-784F-429F-B750-23B2081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defRPr sz="2925">
                <a:solidFill>
                  <a:srgbClr val="172B3A"/>
                </a:solidFill>
              </a:defRPr>
            </a:lvl1pPr>
            <a:lvl2pPr>
              <a:defRPr sz="2925">
                <a:solidFill>
                  <a:srgbClr val="172B3A"/>
                </a:solidFill>
              </a:defRPr>
            </a:lvl2pPr>
            <a:lvl3pPr>
              <a:defRPr sz="2925">
                <a:solidFill>
                  <a:srgbClr val="172B3A"/>
                </a:solidFill>
              </a:defRPr>
            </a:lvl3pPr>
            <a:lvl4pPr>
              <a:defRPr sz="2925">
                <a:solidFill>
                  <a:srgbClr val="172B3A"/>
                </a:solidFill>
              </a:defRPr>
            </a:lvl4pPr>
            <a:lvl5pPr>
              <a:defRPr sz="2925">
                <a:solidFill>
                  <a:srgbClr val="172B3A"/>
                </a:solidFill>
              </a:defRPr>
            </a:lvl5pPr>
            <a:lvl6pPr>
              <a:defRPr sz="2925">
                <a:solidFill>
                  <a:srgbClr val="172B3A"/>
                </a:solidFill>
              </a:defRPr>
            </a:lvl6pPr>
            <a:lvl7pPr>
              <a:defRPr sz="2925">
                <a:solidFill>
                  <a:srgbClr val="172B3A"/>
                </a:solidFill>
              </a:defRPr>
            </a:lvl7pPr>
            <a:lvl8pPr>
              <a:defRPr sz="2925">
                <a:solidFill>
                  <a:srgbClr val="172B3A"/>
                </a:solidFill>
              </a:defRPr>
            </a:lvl8pPr>
            <a:lvl9pPr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02 / 画图前：明确两种比较口径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B3A19-4C64-42A1-8DA8-6CA8740B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defRPr sz="1200">
                <a:solidFill>
                  <a:srgbClr val="687985"/>
                </a:solidFill>
              </a:defRPr>
            </a:lvl1pPr>
            <a:lvl2pPr>
              <a:defRPr sz="1200">
                <a:solidFill>
                  <a:srgbClr val="687985"/>
                </a:solidFill>
              </a:defRPr>
            </a:lvl2pPr>
            <a:lvl3pPr>
              <a:defRPr sz="1200">
                <a:solidFill>
                  <a:srgbClr val="687985"/>
                </a:solidFill>
              </a:defRPr>
            </a:lvl3pPr>
            <a:lvl4pPr>
              <a:defRPr sz="1200">
                <a:solidFill>
                  <a:srgbClr val="687985"/>
                </a:solidFill>
              </a:defRPr>
            </a:lvl4pPr>
            <a:lvl5pPr>
              <a:defRPr sz="1200">
                <a:solidFill>
                  <a:srgbClr val="687985"/>
                </a:solidFill>
              </a:defRPr>
            </a:lvl5pPr>
            <a:lvl6pPr>
              <a:defRPr sz="1200">
                <a:solidFill>
                  <a:srgbClr val="687985"/>
                </a:solidFill>
              </a:defRPr>
            </a:lvl6pPr>
            <a:lvl7pPr>
              <a:defRPr sz="1200">
                <a:solidFill>
                  <a:srgbClr val="687985"/>
                </a:solidFill>
              </a:defRPr>
            </a:lvl7pPr>
            <a:lvl8pPr>
              <a:defRPr sz="1200">
                <a:solidFill>
                  <a:srgbClr val="687985"/>
                </a:solidFill>
              </a:defRPr>
            </a:lvl8pPr>
            <a:lvl9pPr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288B0-654C-48E0-BF35-03DAA8AD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5395E-2D6B-46D7-912A-1E644D04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72B3A"/>
                </a:solidFill>
              </a:defRPr>
            </a:defPPr>
            <a:lvl1pPr>
              <a:defRPr sz="2175">
                <a:solidFill>
                  <a:srgbClr val="172B3A"/>
                </a:solidFill>
              </a:defRPr>
            </a:lvl1pPr>
            <a:lvl2pPr>
              <a:defRPr sz="2175">
                <a:solidFill>
                  <a:srgbClr val="172B3A"/>
                </a:solidFill>
              </a:defRPr>
            </a:lvl2pPr>
            <a:lvl3pPr>
              <a:defRPr sz="2175">
                <a:solidFill>
                  <a:srgbClr val="172B3A"/>
                </a:solidFill>
              </a:defRPr>
            </a:lvl3pPr>
            <a:lvl4pPr>
              <a:defRPr sz="2175">
                <a:solidFill>
                  <a:srgbClr val="172B3A"/>
                </a:solidFill>
              </a:defRPr>
            </a:lvl4pPr>
            <a:lvl5pPr>
              <a:defRPr sz="2175">
                <a:solidFill>
                  <a:srgbClr val="172B3A"/>
                </a:solidFill>
              </a:defRPr>
            </a:lvl5pPr>
            <a:lvl6pPr>
              <a:defRPr sz="2175">
                <a:solidFill>
                  <a:srgbClr val="172B3A"/>
                </a:solidFill>
              </a:defRPr>
            </a:lvl6pPr>
            <a:lvl7pPr>
              <a:defRPr sz="2175">
                <a:solidFill>
                  <a:srgbClr val="172B3A"/>
                </a:solidFill>
              </a:defRPr>
            </a:lvl7pPr>
            <a:lvl8pPr>
              <a:defRPr sz="2175">
                <a:solidFill>
                  <a:srgbClr val="172B3A"/>
                </a:solidFill>
              </a:defRPr>
            </a:lvl8pPr>
            <a:lvl9pPr>
              <a:defRPr sz="217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完整容量曲线：横轴循环次数，纵轴容量Ah</a:t>
            </a:r>
          </a:p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逐块电池 groupby 后 plt.plot，B0018在132次处结束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B2F44-3B1C-4257-8417-29B34290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176B87"/>
                </a:solidFill>
              </a:defRPr>
            </a:defPPr>
            <a:lvl1pPr>
              <a:defRPr sz="2250">
                <a:solidFill>
                  <a:srgbClr val="176B87"/>
                </a:solidFill>
              </a:defRPr>
            </a:lvl1pPr>
            <a:lvl2pPr>
              <a:defRPr sz="2250">
                <a:solidFill>
                  <a:srgbClr val="176B87"/>
                </a:solidFill>
              </a:defRPr>
            </a:lvl2pPr>
            <a:lvl3pPr>
              <a:defRPr sz="2250">
                <a:solidFill>
                  <a:srgbClr val="176B87"/>
                </a:solidFill>
              </a:defRPr>
            </a:lvl3pPr>
            <a:lvl4pPr>
              <a:defRPr sz="2250">
                <a:solidFill>
                  <a:srgbClr val="176B87"/>
                </a:solidFill>
              </a:defRPr>
            </a:lvl4pPr>
            <a:lvl5pPr>
              <a:defRPr sz="2250">
                <a:solidFill>
                  <a:srgbClr val="176B87"/>
                </a:solidFill>
              </a:defRPr>
            </a:lvl5pPr>
            <a:lvl6pPr>
              <a:defRPr sz="2250">
                <a:solidFill>
                  <a:srgbClr val="176B87"/>
                </a:solidFill>
              </a:defRPr>
            </a:lvl6pPr>
            <a:lvl7pPr>
              <a:defRPr sz="2250">
                <a:solidFill>
                  <a:srgbClr val="176B87"/>
                </a:solidFill>
              </a:defRPr>
            </a:lvl7pPr>
            <a:lvl8pPr>
              <a:defRPr sz="2250">
                <a:solidFill>
                  <a:srgbClr val="176B87"/>
                </a:solidFill>
              </a:defRPr>
            </a:lvl8pPr>
            <a:lvl9pPr>
              <a:defRPr sz="2250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defRPr sz="2250">
                <a:solidFill>
                  <a:srgbClr val="176B87"/>
                </a:solidFill>
              </a:defRPr>
            </a:pPr>
            <a:r>
              <a:rPr sz="2250">
                <a:solidFill>
                  <a:srgbClr val="176B87"/>
                </a:solidFill>
              </a:rPr>
              <a:t>共同窗口：第1—132次循环</a:t>
            </a:r>
          </a:p>
          <a:p xmlns:a="http://schemas.openxmlformats.org/drawingml/2006/main">
            <a:pPr>
              <a:defRPr sz="2250">
                <a:solidFill>
                  <a:srgbClr val="176B87"/>
                </a:solidFill>
              </a:defRPr>
            </a:pPr>
            <a:r>
              <a:rPr sz="2250">
                <a:solidFill>
                  <a:srgbClr val="176B87"/>
                </a:solidFill>
              </a:rPr>
              <a:t>相对容量 = 当前容量 ÷ 本电池首循环容量 × 100%</a:t>
            </a:r>
          </a:p>
          <a:p xmlns:a="http://schemas.openxmlformats.org/drawingml/2006/main">
            <a:pPr>
              <a:defRPr sz="2250">
                <a:solidFill>
                  <a:srgbClr val="176B87"/>
                </a:solidFill>
              </a:defRPr>
            </a:pPr>
            <a:r>
              <a:rPr sz="2250">
                <a:solidFill>
                  <a:srgbClr val="176B87"/>
                </a:solidFill>
              </a:rPr>
              <a:t>下降比例 = (1 − 第132次容量 ÷ 首循环容量) × 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35906-FC58-4C8C-A346-39D872B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172B3A"/>
                </a:solidFill>
              </a:defRPr>
            </a:defPPr>
            <a:lvl1pPr>
              <a:defRPr sz="2025">
                <a:solidFill>
                  <a:srgbClr val="172B3A"/>
                </a:solidFill>
              </a:defRPr>
            </a:lvl1pPr>
            <a:lvl2pPr>
              <a:defRPr sz="2025">
                <a:solidFill>
                  <a:srgbClr val="172B3A"/>
                </a:solidFill>
              </a:defRPr>
            </a:lvl2pPr>
            <a:lvl3pPr>
              <a:defRPr sz="2025">
                <a:solidFill>
                  <a:srgbClr val="172B3A"/>
                </a:solidFill>
              </a:defRPr>
            </a:lvl3pPr>
            <a:lvl4pPr>
              <a:defRPr sz="2025">
                <a:solidFill>
                  <a:srgbClr val="172B3A"/>
                </a:solidFill>
              </a:defRPr>
            </a:lvl4pPr>
            <a:lvl5pPr>
              <a:defRPr sz="2025">
                <a:solidFill>
                  <a:srgbClr val="172B3A"/>
                </a:solidFill>
              </a:defRPr>
            </a:lvl5pPr>
            <a:lvl6pPr>
              <a:defRPr sz="2025">
                <a:solidFill>
                  <a:srgbClr val="172B3A"/>
                </a:solidFill>
              </a:defRPr>
            </a:lvl6pPr>
            <a:lvl7pPr>
              <a:defRPr sz="2025">
                <a:solidFill>
                  <a:srgbClr val="172B3A"/>
                </a:solidFill>
              </a:defRPr>
            </a:lvl7pPr>
            <a:lvl8pPr>
              <a:defRPr sz="2025">
                <a:solidFill>
                  <a:srgbClr val="172B3A"/>
                </a:solidFill>
              </a:defRPr>
            </a:lvl8pPr>
            <a:lvl9pPr>
              <a:defRPr sz="20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目的：区分“初始容量大小”和“相对退化程度”。</a:t>
            </a:r>
          </a:p>
        </p:txBody>
      </p:sp>
    </p:spTree>
    <p:extLst>
      <p:ext uri="{BB962C8B-B14F-4D97-AF65-F5344CB8AC3E}">
        <p14:creationId xmlns:p14="http://schemas.microsoft.com/office/powerpoint/2010/main" val="1655133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DA1CA-1344-457A-9F69-072D6109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defRPr sz="2925">
                <a:solidFill>
                  <a:srgbClr val="172B3A"/>
                </a:solidFill>
              </a:defRPr>
            </a:lvl1pPr>
            <a:lvl2pPr>
              <a:defRPr sz="2925">
                <a:solidFill>
                  <a:srgbClr val="172B3A"/>
                </a:solidFill>
              </a:defRPr>
            </a:lvl2pPr>
            <a:lvl3pPr>
              <a:defRPr sz="2925">
                <a:solidFill>
                  <a:srgbClr val="172B3A"/>
                </a:solidFill>
              </a:defRPr>
            </a:lvl3pPr>
            <a:lvl4pPr>
              <a:defRPr sz="2925">
                <a:solidFill>
                  <a:srgbClr val="172B3A"/>
                </a:solidFill>
              </a:defRPr>
            </a:lvl4pPr>
            <a:lvl5pPr>
              <a:defRPr sz="2925">
                <a:solidFill>
                  <a:srgbClr val="172B3A"/>
                </a:solidFill>
              </a:defRPr>
            </a:lvl5pPr>
            <a:lvl6pPr>
              <a:defRPr sz="2925">
                <a:solidFill>
                  <a:srgbClr val="172B3A"/>
                </a:solidFill>
              </a:defRPr>
            </a:lvl6pPr>
            <a:lvl7pPr>
              <a:defRPr sz="2925">
                <a:solidFill>
                  <a:srgbClr val="172B3A"/>
                </a:solidFill>
              </a:defRPr>
            </a:lvl7pPr>
            <a:lvl8pPr>
              <a:defRPr sz="2925">
                <a:solidFill>
                  <a:srgbClr val="172B3A"/>
                </a:solidFill>
              </a:defRPr>
            </a:lvl8pPr>
            <a:lvl9pPr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实际容量曲线：前三块电池的全部168次记录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BDA67-B2D7-4654-8A7A-06683416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defRPr sz="1200">
                <a:solidFill>
                  <a:srgbClr val="687985"/>
                </a:solidFill>
              </a:defRPr>
            </a:lvl1pPr>
            <a:lvl2pPr>
              <a:defRPr sz="1200">
                <a:solidFill>
                  <a:srgbClr val="687985"/>
                </a:solidFill>
              </a:defRPr>
            </a:lvl2pPr>
            <a:lvl3pPr>
              <a:defRPr sz="1200">
                <a:solidFill>
                  <a:srgbClr val="687985"/>
                </a:solidFill>
              </a:defRPr>
            </a:lvl3pPr>
            <a:lvl4pPr>
              <a:defRPr sz="1200">
                <a:solidFill>
                  <a:srgbClr val="687985"/>
                </a:solidFill>
              </a:defRPr>
            </a:lvl4pPr>
            <a:lvl5pPr>
              <a:defRPr sz="1200">
                <a:solidFill>
                  <a:srgbClr val="687985"/>
                </a:solidFill>
              </a:defRPr>
            </a:lvl5pPr>
            <a:lvl6pPr>
              <a:defRPr sz="1200">
                <a:solidFill>
                  <a:srgbClr val="687985"/>
                </a:solidFill>
              </a:defRPr>
            </a:lvl6pPr>
            <a:lvl7pPr>
              <a:defRPr sz="1200">
                <a:solidFill>
                  <a:srgbClr val="687985"/>
                </a:solidFill>
              </a:defRPr>
            </a:lvl7pPr>
            <a:lvl8pPr>
              <a:defRPr sz="1200">
                <a:solidFill>
                  <a:srgbClr val="687985"/>
                </a:solidFill>
              </a:defRPr>
            </a:lvl8pPr>
            <a:lvl9pPr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E5B21-996F-49B0-BB90-88864277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84AFE51-5C6A-48FF-9640-5D1BCCBDE6F6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7632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ba5eba79e64dc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AAB62-590C-4E7C-AA78-D121180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172B3A"/>
                </a:solidFill>
              </a:defRPr>
            </a:defPPr>
            <a:lvl1pPr>
              <a:defRPr sz="1950">
                <a:solidFill>
                  <a:srgbClr val="172B3A"/>
                </a:solidFill>
              </a:defRPr>
            </a:lvl1pPr>
            <a:lvl2pPr>
              <a:defRPr sz="1950">
                <a:solidFill>
                  <a:srgbClr val="172B3A"/>
                </a:solidFill>
              </a:defRPr>
            </a:lvl2pPr>
            <a:lvl3pPr>
              <a:defRPr sz="1950">
                <a:solidFill>
                  <a:srgbClr val="172B3A"/>
                </a:solidFill>
              </a:defRPr>
            </a:lvl3pPr>
            <a:lvl4pPr>
              <a:defRPr sz="1950">
                <a:solidFill>
                  <a:srgbClr val="172B3A"/>
                </a:solidFill>
              </a:defRPr>
            </a:lvl4pPr>
            <a:lvl5pPr>
              <a:defRPr sz="1950">
                <a:solidFill>
                  <a:srgbClr val="172B3A"/>
                </a:solidFill>
              </a:defRPr>
            </a:lvl5pPr>
            <a:lvl6pPr>
              <a:defRPr sz="1950">
                <a:solidFill>
                  <a:srgbClr val="172B3A"/>
                </a:solidFill>
              </a:defRPr>
            </a:lvl6pPr>
            <a:lvl7pPr>
              <a:defRPr sz="1950">
                <a:solidFill>
                  <a:srgbClr val="172B3A"/>
                </a:solidFill>
              </a:defRPr>
            </a:lvl7pPr>
            <a:lvl8pPr>
              <a:defRPr sz="1950">
                <a:solidFill>
                  <a:srgbClr val="172B3A"/>
                </a:solidFill>
              </a:defRPr>
            </a:lvl8pPr>
            <a:lvl9pPr>
              <a:defRPr sz="195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172B3A"/>
                </a:solidFill>
              </a:defRPr>
            </a:pPr>
            <a:r>
              <a:rPr sz="1950">
                <a:solidFill>
                  <a:srgbClr val="172B3A"/>
                </a:solidFill>
              </a:rPr>
              <a:t>初始容量高，不代表后期仍保持较高容量；局部回升并未被抹去。</a:t>
            </a:r>
          </a:p>
        </p:txBody>
      </p:sp>
    </p:spTree>
    <p:extLst>
      <p:ext uri="{BB962C8B-B14F-4D97-AF65-F5344CB8AC3E}">
        <p14:creationId xmlns:p14="http://schemas.microsoft.com/office/powerpoint/2010/main" val="428601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19E04-2C64-4554-956A-A0DB3D96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defRPr sz="2925">
                <a:solidFill>
                  <a:srgbClr val="172B3A"/>
                </a:solidFill>
              </a:defRPr>
            </a:lvl1pPr>
            <a:lvl2pPr>
              <a:defRPr sz="2925">
                <a:solidFill>
                  <a:srgbClr val="172B3A"/>
                </a:solidFill>
              </a:defRPr>
            </a:lvl2pPr>
            <a:lvl3pPr>
              <a:defRPr sz="2925">
                <a:solidFill>
                  <a:srgbClr val="172B3A"/>
                </a:solidFill>
              </a:defRPr>
            </a:lvl3pPr>
            <a:lvl4pPr>
              <a:defRPr sz="2925">
                <a:solidFill>
                  <a:srgbClr val="172B3A"/>
                </a:solidFill>
              </a:defRPr>
            </a:lvl4pPr>
            <a:lvl5pPr>
              <a:defRPr sz="2925">
                <a:solidFill>
                  <a:srgbClr val="172B3A"/>
                </a:solidFill>
              </a:defRPr>
            </a:lvl5pPr>
            <a:lvl6pPr>
              <a:defRPr sz="2925">
                <a:solidFill>
                  <a:srgbClr val="172B3A"/>
                </a:solidFill>
              </a:defRPr>
            </a:lvl6pPr>
            <a:lvl7pPr>
              <a:defRPr sz="2925">
                <a:solidFill>
                  <a:srgbClr val="172B3A"/>
                </a:solidFill>
              </a:defRPr>
            </a:lvl7pPr>
            <a:lvl8pPr>
              <a:defRPr sz="2925">
                <a:solidFill>
                  <a:srgbClr val="172B3A"/>
                </a:solidFill>
              </a:defRPr>
            </a:lvl8pPr>
            <a:lvl9pPr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B0018：观测到132次，之后没有数据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F6A99-9617-4A3F-AA1B-9D5ACB58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defRPr sz="1200">
                <a:solidFill>
                  <a:srgbClr val="687985"/>
                </a:solidFill>
              </a:defRPr>
            </a:lvl1pPr>
            <a:lvl2pPr>
              <a:defRPr sz="1200">
                <a:solidFill>
                  <a:srgbClr val="687985"/>
                </a:solidFill>
              </a:defRPr>
            </a:lvl2pPr>
            <a:lvl3pPr>
              <a:defRPr sz="1200">
                <a:solidFill>
                  <a:srgbClr val="687985"/>
                </a:solidFill>
              </a:defRPr>
            </a:lvl3pPr>
            <a:lvl4pPr>
              <a:defRPr sz="1200">
                <a:solidFill>
                  <a:srgbClr val="687985"/>
                </a:solidFill>
              </a:defRPr>
            </a:lvl4pPr>
            <a:lvl5pPr>
              <a:defRPr sz="1200">
                <a:solidFill>
                  <a:srgbClr val="687985"/>
                </a:solidFill>
              </a:defRPr>
            </a:lvl5pPr>
            <a:lvl6pPr>
              <a:defRPr sz="1200">
                <a:solidFill>
                  <a:srgbClr val="687985"/>
                </a:solidFill>
              </a:defRPr>
            </a:lvl6pPr>
            <a:lvl7pPr>
              <a:defRPr sz="1200">
                <a:solidFill>
                  <a:srgbClr val="687985"/>
                </a:solidFill>
              </a:defRPr>
            </a:lvl7pPr>
            <a:lvl8pPr>
              <a:defRPr sz="1200">
                <a:solidFill>
                  <a:srgbClr val="687985"/>
                </a:solidFill>
              </a:defRPr>
            </a:lvl8pPr>
            <a:lvl9pPr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93D8A-4A52-41ED-8F15-259481BD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5CE15FD-4A65-47AA-AF2B-F462E5C538BE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7632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3f957a2b9a41f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088F4-6E88-43AE-961F-527175A7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172B3A"/>
                </a:solidFill>
              </a:defRPr>
            </a:defPPr>
            <a:lvl1pPr>
              <a:defRPr sz="1950">
                <a:solidFill>
                  <a:srgbClr val="172B3A"/>
                </a:solidFill>
              </a:defRPr>
            </a:lvl1pPr>
            <a:lvl2pPr>
              <a:defRPr sz="1950">
                <a:solidFill>
                  <a:srgbClr val="172B3A"/>
                </a:solidFill>
              </a:defRPr>
            </a:lvl2pPr>
            <a:lvl3pPr>
              <a:defRPr sz="1950">
                <a:solidFill>
                  <a:srgbClr val="172B3A"/>
                </a:solidFill>
              </a:defRPr>
            </a:lvl3pPr>
            <a:lvl4pPr>
              <a:defRPr sz="1950">
                <a:solidFill>
                  <a:srgbClr val="172B3A"/>
                </a:solidFill>
              </a:defRPr>
            </a:lvl4pPr>
            <a:lvl5pPr>
              <a:defRPr sz="1950">
                <a:solidFill>
                  <a:srgbClr val="172B3A"/>
                </a:solidFill>
              </a:defRPr>
            </a:lvl5pPr>
            <a:lvl6pPr>
              <a:defRPr sz="1950">
                <a:solidFill>
                  <a:srgbClr val="172B3A"/>
                </a:solidFill>
              </a:defRPr>
            </a:lvl6pPr>
            <a:lvl7pPr>
              <a:defRPr sz="1950">
                <a:solidFill>
                  <a:srgbClr val="172B3A"/>
                </a:solidFill>
              </a:defRPr>
            </a:lvl7pPr>
            <a:lvl8pPr>
              <a:defRPr sz="1950">
                <a:solidFill>
                  <a:srgbClr val="172B3A"/>
                </a:solidFill>
              </a:defRPr>
            </a:lvl8pPr>
            <a:lvl9pPr>
              <a:defRPr sz="195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172B3A"/>
                </a:solidFill>
              </a:defRPr>
            </a:pPr>
            <a:r>
              <a:rPr sz="1950">
                <a:solidFill>
                  <a:srgbClr val="172B3A"/>
                </a:solidFill>
              </a:rPr>
              <a:t>1.8550 Ah → 1.3411 Ah；观测结束不等于失效，后续状态未知。</a:t>
            </a:r>
          </a:p>
        </p:txBody>
      </p:sp>
    </p:spTree>
    <p:extLst>
      <p:ext uri="{BB962C8B-B14F-4D97-AF65-F5344CB8AC3E}">
        <p14:creationId xmlns:p14="http://schemas.microsoft.com/office/powerpoint/2010/main" val="446677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43DE5-C5AA-47CB-9195-DD9148CC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defRPr sz="2925">
                <a:solidFill>
                  <a:srgbClr val="172B3A"/>
                </a:solidFill>
              </a:defRPr>
            </a:lvl1pPr>
            <a:lvl2pPr>
              <a:defRPr sz="2925">
                <a:solidFill>
                  <a:srgbClr val="172B3A"/>
                </a:solidFill>
              </a:defRPr>
            </a:lvl2pPr>
            <a:lvl3pPr>
              <a:defRPr sz="2925">
                <a:solidFill>
                  <a:srgbClr val="172B3A"/>
                </a:solidFill>
              </a:defRPr>
            </a:lvl3pPr>
            <a:lvl4pPr>
              <a:defRPr sz="2925">
                <a:solidFill>
                  <a:srgbClr val="172B3A"/>
                </a:solidFill>
              </a:defRPr>
            </a:lvl4pPr>
            <a:lvl5pPr>
              <a:defRPr sz="2925">
                <a:solidFill>
                  <a:srgbClr val="172B3A"/>
                </a:solidFill>
              </a:defRPr>
            </a:lvl5pPr>
            <a:lvl6pPr>
              <a:defRPr sz="2925">
                <a:solidFill>
                  <a:srgbClr val="172B3A"/>
                </a:solidFill>
              </a:defRPr>
            </a:lvl6pPr>
            <a:lvl7pPr>
              <a:defRPr sz="2925">
                <a:solidFill>
                  <a:srgbClr val="172B3A"/>
                </a:solidFill>
              </a:defRPr>
            </a:lvl7pPr>
            <a:lvl8pPr>
              <a:defRPr sz="2925">
                <a:solidFill>
                  <a:srgbClr val="172B3A"/>
                </a:solidFill>
              </a:defRPr>
            </a:lvl8pPr>
            <a:lvl9pPr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统一前132次后，B0006退化最多，B0007最少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5B61E-218A-4EB5-91BB-BD4082D5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defRPr sz="1200">
                <a:solidFill>
                  <a:srgbClr val="687985"/>
                </a:solidFill>
              </a:defRPr>
            </a:lvl1pPr>
            <a:lvl2pPr>
              <a:defRPr sz="1200">
                <a:solidFill>
                  <a:srgbClr val="687985"/>
                </a:solidFill>
              </a:defRPr>
            </a:lvl2pPr>
            <a:lvl3pPr>
              <a:defRPr sz="1200">
                <a:solidFill>
                  <a:srgbClr val="687985"/>
                </a:solidFill>
              </a:defRPr>
            </a:lvl3pPr>
            <a:lvl4pPr>
              <a:defRPr sz="1200">
                <a:solidFill>
                  <a:srgbClr val="687985"/>
                </a:solidFill>
              </a:defRPr>
            </a:lvl4pPr>
            <a:lvl5pPr>
              <a:defRPr sz="1200">
                <a:solidFill>
                  <a:srgbClr val="687985"/>
                </a:solidFill>
              </a:defRPr>
            </a:lvl5pPr>
            <a:lvl6pPr>
              <a:defRPr sz="1200">
                <a:solidFill>
                  <a:srgbClr val="687985"/>
                </a:solidFill>
              </a:defRPr>
            </a:lvl6pPr>
            <a:lvl7pPr>
              <a:defRPr sz="1200">
                <a:solidFill>
                  <a:srgbClr val="687985"/>
                </a:solidFill>
              </a:defRPr>
            </a:lvl7pPr>
            <a:lvl8pPr>
              <a:defRPr sz="1200">
                <a:solidFill>
                  <a:srgbClr val="687985"/>
                </a:solidFill>
              </a:defRPr>
            </a:lvl8pPr>
            <a:lvl9pPr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0CE29-192B-4B34-B5C7-381BFBB4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7152AFD-4C85-4F81-AEC2-45383A6692D5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7632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37870413164d1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BC64A-C5A3-4232-A034-7933DD90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172B3A"/>
                </a:solidFill>
              </a:defRPr>
            </a:defPPr>
            <a:lvl1pPr>
              <a:defRPr sz="1950">
                <a:solidFill>
                  <a:srgbClr val="172B3A"/>
                </a:solidFill>
              </a:defRPr>
            </a:lvl1pPr>
            <a:lvl2pPr>
              <a:defRPr sz="1950">
                <a:solidFill>
                  <a:srgbClr val="172B3A"/>
                </a:solidFill>
              </a:defRPr>
            </a:lvl2pPr>
            <a:lvl3pPr>
              <a:defRPr sz="1950">
                <a:solidFill>
                  <a:srgbClr val="172B3A"/>
                </a:solidFill>
              </a:defRPr>
            </a:lvl3pPr>
            <a:lvl4pPr>
              <a:defRPr sz="1950">
                <a:solidFill>
                  <a:srgbClr val="172B3A"/>
                </a:solidFill>
              </a:defRPr>
            </a:lvl4pPr>
            <a:lvl5pPr>
              <a:defRPr sz="1950">
                <a:solidFill>
                  <a:srgbClr val="172B3A"/>
                </a:solidFill>
              </a:defRPr>
            </a:lvl5pPr>
            <a:lvl6pPr>
              <a:defRPr sz="1950">
                <a:solidFill>
                  <a:srgbClr val="172B3A"/>
                </a:solidFill>
              </a:defRPr>
            </a:lvl6pPr>
            <a:lvl7pPr>
              <a:defRPr sz="1950">
                <a:solidFill>
                  <a:srgbClr val="172B3A"/>
                </a:solidFill>
              </a:defRPr>
            </a:lvl7pPr>
            <a:lvl8pPr>
              <a:defRPr sz="1950">
                <a:solidFill>
                  <a:srgbClr val="172B3A"/>
                </a:solidFill>
              </a:defRPr>
            </a:lvl8pPr>
            <a:lvl9pPr>
              <a:defRPr sz="195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172B3A"/>
                </a:solidFill>
              </a:defRPr>
            </a:pPr>
            <a:r>
              <a:rPr sz="1950">
                <a:solidFill>
                  <a:srgbClr val="172B3A"/>
                </a:solidFill>
              </a:rPr>
              <a:t>首循环统一为100%；同一观察长度下比较相对退化程度。</a:t>
            </a:r>
          </a:p>
        </p:txBody>
      </p:sp>
    </p:spTree>
    <p:extLst>
      <p:ext uri="{BB962C8B-B14F-4D97-AF65-F5344CB8AC3E}">
        <p14:creationId xmlns:p14="http://schemas.microsoft.com/office/powerpoint/2010/main" val="176339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4D2EB-9C31-4E66-9306-F920BD6A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defRPr sz="2925">
                <a:solidFill>
                  <a:srgbClr val="172B3A"/>
                </a:solidFill>
              </a:defRPr>
            </a:lvl1pPr>
            <a:lvl2pPr>
              <a:defRPr sz="2925">
                <a:solidFill>
                  <a:srgbClr val="172B3A"/>
                </a:solidFill>
              </a:defRPr>
            </a:lvl2pPr>
            <a:lvl3pPr>
              <a:defRPr sz="2925">
                <a:solidFill>
                  <a:srgbClr val="172B3A"/>
                </a:solidFill>
              </a:defRPr>
            </a:lvl3pPr>
            <a:lvl4pPr>
              <a:defRPr sz="2925">
                <a:solidFill>
                  <a:srgbClr val="172B3A"/>
                </a:solidFill>
              </a:defRPr>
            </a:lvl4pPr>
            <a:lvl5pPr>
              <a:defRPr sz="2925">
                <a:solidFill>
                  <a:srgbClr val="172B3A"/>
                </a:solidFill>
              </a:defRPr>
            </a:lvl5pPr>
            <a:lvl6pPr>
              <a:defRPr sz="2925">
                <a:solidFill>
                  <a:srgbClr val="172B3A"/>
                </a:solidFill>
              </a:defRPr>
            </a:lvl6pPr>
            <a:lvl7pPr>
              <a:defRPr sz="2925">
                <a:solidFill>
                  <a:srgbClr val="172B3A"/>
                </a:solidFill>
              </a:defRPr>
            </a:lvl7pPr>
            <a:lvl8pPr>
              <a:defRPr sz="2925">
                <a:solidFill>
                  <a:srgbClr val="172B3A"/>
                </a:solidFill>
              </a:defRPr>
            </a:lvl8pPr>
            <a:lvl9pPr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差异量化：同样经历131个循环间隔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A5717-77D2-4B1E-B9A4-1CA93909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defRPr sz="1200">
                <a:solidFill>
                  <a:srgbClr val="687985"/>
                </a:solidFill>
              </a:defRPr>
            </a:lvl1pPr>
            <a:lvl2pPr>
              <a:defRPr sz="1200">
                <a:solidFill>
                  <a:srgbClr val="687985"/>
                </a:solidFill>
              </a:defRPr>
            </a:lvl2pPr>
            <a:lvl3pPr>
              <a:defRPr sz="1200">
                <a:solidFill>
                  <a:srgbClr val="687985"/>
                </a:solidFill>
              </a:defRPr>
            </a:lvl3pPr>
            <a:lvl4pPr>
              <a:defRPr sz="1200">
                <a:solidFill>
                  <a:srgbClr val="687985"/>
                </a:solidFill>
              </a:defRPr>
            </a:lvl4pPr>
            <a:lvl5pPr>
              <a:defRPr sz="1200">
                <a:solidFill>
                  <a:srgbClr val="687985"/>
                </a:solidFill>
              </a:defRPr>
            </a:lvl5pPr>
            <a:lvl6pPr>
              <a:defRPr sz="1200">
                <a:solidFill>
                  <a:srgbClr val="687985"/>
                </a:solidFill>
              </a:defRPr>
            </a:lvl6pPr>
            <a:lvl7pPr>
              <a:defRPr sz="1200">
                <a:solidFill>
                  <a:srgbClr val="687985"/>
                </a:solidFill>
              </a:defRPr>
            </a:lvl7pPr>
            <a:lvl8pPr>
              <a:defRPr sz="1200">
                <a:solidFill>
                  <a:srgbClr val="687985"/>
                </a:solidFill>
              </a:defRPr>
            </a:lvl8pPr>
            <a:lvl9pPr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743BB-C772-436A-AD80-B73C79B7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0548C30-DBAF-459C-836D-B6796C30DA1E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f24df63924467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FDC93-06CE-494E-ABF9-E861853D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286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72B3A"/>
                </a:solidFill>
              </a:defRPr>
            </a:defPPr>
            <a:lvl1pPr>
              <a:defRPr sz="2175">
                <a:solidFill>
                  <a:srgbClr val="172B3A"/>
                </a:solidFill>
              </a:defRPr>
            </a:lvl1pPr>
            <a:lvl2pPr>
              <a:defRPr sz="2175">
                <a:solidFill>
                  <a:srgbClr val="172B3A"/>
                </a:solidFill>
              </a:defRPr>
            </a:lvl2pPr>
            <a:lvl3pPr>
              <a:defRPr sz="2175">
                <a:solidFill>
                  <a:srgbClr val="172B3A"/>
                </a:solidFill>
              </a:defRPr>
            </a:lvl3pPr>
            <a:lvl4pPr>
              <a:defRPr sz="2175">
                <a:solidFill>
                  <a:srgbClr val="172B3A"/>
                </a:solidFill>
              </a:defRPr>
            </a:lvl4pPr>
            <a:lvl5pPr>
              <a:defRPr sz="2175">
                <a:solidFill>
                  <a:srgbClr val="172B3A"/>
                </a:solidFill>
              </a:defRPr>
            </a:lvl5pPr>
            <a:lvl6pPr>
              <a:defRPr sz="2175">
                <a:solidFill>
                  <a:srgbClr val="172B3A"/>
                </a:solidFill>
              </a:defRPr>
            </a:lvl6pPr>
            <a:lvl7pPr>
              <a:defRPr sz="2175">
                <a:solidFill>
                  <a:srgbClr val="172B3A"/>
                </a:solidFill>
              </a:defRPr>
            </a:lvl7pPr>
            <a:lvl8pPr>
              <a:defRPr sz="2175">
                <a:solidFill>
                  <a:srgbClr val="172B3A"/>
                </a:solidFill>
              </a:defRPr>
            </a:lvl8pPr>
            <a:lvl9pPr>
              <a:defRPr sz="217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B0005  26.49%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B0006  35.36%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B0007  21.90%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B0018  27.70%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2A5F4-98AA-4858-8E1E-34DD1270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72B3A"/>
                </a:solidFill>
              </a:defRPr>
            </a:defPPr>
            <a:lvl1pPr>
              <a:defRPr sz="1875">
                <a:solidFill>
                  <a:srgbClr val="172B3A"/>
                </a:solidFill>
              </a:defRPr>
            </a:lvl1pPr>
            <a:lvl2pPr>
              <a:defRPr sz="1875">
                <a:solidFill>
                  <a:srgbClr val="172B3A"/>
                </a:solidFill>
              </a:defRPr>
            </a:lvl2pPr>
            <a:lvl3pPr>
              <a:defRPr sz="1875">
                <a:solidFill>
                  <a:srgbClr val="172B3A"/>
                </a:solidFill>
              </a:defRPr>
            </a:lvl3pPr>
            <a:lvl4pPr>
              <a:defRPr sz="1875">
                <a:solidFill>
                  <a:srgbClr val="172B3A"/>
                </a:solidFill>
              </a:defRPr>
            </a:lvl4pPr>
            <a:lvl5pPr>
              <a:defRPr sz="1875">
                <a:solidFill>
                  <a:srgbClr val="172B3A"/>
                </a:solidFill>
              </a:defRPr>
            </a:lvl5pPr>
            <a:lvl6pPr>
              <a:defRPr sz="1875">
                <a:solidFill>
                  <a:srgbClr val="172B3A"/>
                </a:solidFill>
              </a:defRPr>
            </a:lvl6pPr>
            <a:lvl7pPr>
              <a:defRPr sz="1875">
                <a:solidFill>
                  <a:srgbClr val="172B3A"/>
                </a:solidFill>
              </a:defRPr>
            </a:lvl7pPr>
            <a:lvl8pPr>
              <a:defRPr sz="1875">
                <a:solidFill>
                  <a:srgbClr val="172B3A"/>
                </a:solidFill>
              </a:defRPr>
            </a:lvl8pPr>
            <a:lvl9pPr>
              <a:defRPr sz="187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172B3A"/>
                </a:solidFill>
              </a:defRPr>
            </a:pPr>
            <a:r>
              <a:rPr sz="1875">
                <a:solidFill>
                  <a:srgbClr val="172B3A"/>
                </a:solidFill>
              </a:rPr>
              <a:t>B0006比B0007多下降13.46个百分点；这是观测差异，不是因果解释。</a:t>
            </a:r>
          </a:p>
        </p:txBody>
      </p:sp>
    </p:spTree>
    <p:extLst>
      <p:ext uri="{BB962C8B-B14F-4D97-AF65-F5344CB8AC3E}">
        <p14:creationId xmlns:p14="http://schemas.microsoft.com/office/powerpoint/2010/main" val="1993171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9FDC2-19D2-4BB8-A9E5-F65B3933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defRPr sz="2925">
                <a:solidFill>
                  <a:srgbClr val="172B3A"/>
                </a:solidFill>
              </a:defRPr>
            </a:lvl1pPr>
            <a:lvl2pPr>
              <a:defRPr sz="2925">
                <a:solidFill>
                  <a:srgbClr val="172B3A"/>
                </a:solidFill>
              </a:defRPr>
            </a:lvl2pPr>
            <a:lvl3pPr>
              <a:defRPr sz="2925">
                <a:solidFill>
                  <a:srgbClr val="172B3A"/>
                </a:solidFill>
              </a:defRPr>
            </a:lvl3pPr>
            <a:lvl4pPr>
              <a:defRPr sz="2925">
                <a:solidFill>
                  <a:srgbClr val="172B3A"/>
                </a:solidFill>
              </a:defRPr>
            </a:lvl4pPr>
            <a:lvl5pPr>
              <a:defRPr sz="2925">
                <a:solidFill>
                  <a:srgbClr val="172B3A"/>
                </a:solidFill>
              </a:defRPr>
            </a:lvl5pPr>
            <a:lvl6pPr>
              <a:defRPr sz="2925">
                <a:solidFill>
                  <a:srgbClr val="172B3A"/>
                </a:solidFill>
              </a:defRPr>
            </a:lvl6pPr>
            <a:lvl7pPr>
              <a:defRPr sz="2925">
                <a:solidFill>
                  <a:srgbClr val="172B3A"/>
                </a:solidFill>
              </a:defRPr>
            </a:lvl7pPr>
            <a:lvl8pPr>
              <a:defRPr sz="2925">
                <a:solidFill>
                  <a:srgbClr val="172B3A"/>
                </a:solidFill>
              </a:defRPr>
            </a:lvl8pPr>
            <a:lvl9pPr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局部回升值得保留，但不能据此解释原因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D6B8A-BDFC-4571-A5EC-B6EA081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defRPr sz="1200">
                <a:solidFill>
                  <a:srgbClr val="687985"/>
                </a:solidFill>
              </a:defRPr>
            </a:lvl1pPr>
            <a:lvl2pPr>
              <a:defRPr sz="1200">
                <a:solidFill>
                  <a:srgbClr val="687985"/>
                </a:solidFill>
              </a:defRPr>
            </a:lvl2pPr>
            <a:lvl3pPr>
              <a:defRPr sz="1200">
                <a:solidFill>
                  <a:srgbClr val="687985"/>
                </a:solidFill>
              </a:defRPr>
            </a:lvl3pPr>
            <a:lvl4pPr>
              <a:defRPr sz="1200">
                <a:solidFill>
                  <a:srgbClr val="687985"/>
                </a:solidFill>
              </a:defRPr>
            </a:lvl4pPr>
            <a:lvl5pPr>
              <a:defRPr sz="1200">
                <a:solidFill>
                  <a:srgbClr val="687985"/>
                </a:solidFill>
              </a:defRPr>
            </a:lvl5pPr>
            <a:lvl6pPr>
              <a:defRPr sz="1200">
                <a:solidFill>
                  <a:srgbClr val="687985"/>
                </a:solidFill>
              </a:defRPr>
            </a:lvl6pPr>
            <a:lvl7pPr>
              <a:defRPr sz="1200">
                <a:solidFill>
                  <a:srgbClr val="687985"/>
                </a:solidFill>
              </a:defRPr>
            </a:lvl7pPr>
            <a:lvl8pPr>
              <a:defRPr sz="1200">
                <a:solidFill>
                  <a:srgbClr val="687985"/>
                </a:solidFill>
              </a:defRPr>
            </a:lvl8pPr>
            <a:lvl9pPr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2010E-F4CB-410C-B81E-53E307E0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7263F-E721-4416-B89E-5948C14E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2B3A"/>
                </a:solidFill>
              </a:defRPr>
            </a:defPPr>
            <a:lvl1pPr>
              <a:defRPr sz="2325">
                <a:solidFill>
                  <a:srgbClr val="172B3A"/>
                </a:solidFill>
              </a:defRPr>
            </a:lvl1pPr>
            <a:lvl2pPr>
              <a:defRPr sz="2325">
                <a:solidFill>
                  <a:srgbClr val="172B3A"/>
                </a:solidFill>
              </a:defRPr>
            </a:lvl2pPr>
            <a:lvl3pPr>
              <a:defRPr sz="2325">
                <a:solidFill>
                  <a:srgbClr val="172B3A"/>
                </a:solidFill>
              </a:defRPr>
            </a:lvl3pPr>
            <a:lvl4pPr>
              <a:defRPr sz="2325">
                <a:solidFill>
                  <a:srgbClr val="172B3A"/>
                </a:solidFill>
              </a:defRPr>
            </a:lvl4pPr>
            <a:lvl5pPr>
              <a:defRPr sz="2325">
                <a:solidFill>
                  <a:srgbClr val="172B3A"/>
                </a:solidFill>
              </a:defRPr>
            </a:lvl5pPr>
            <a:lvl6pPr>
              <a:defRPr sz="2325">
                <a:solidFill>
                  <a:srgbClr val="172B3A"/>
                </a:solidFill>
              </a:defRPr>
            </a:lvl6pPr>
            <a:lvl7pPr>
              <a:defRPr sz="2325">
                <a:solidFill>
                  <a:srgbClr val="172B3A"/>
                </a:solidFill>
              </a:defRPr>
            </a:lvl7pPr>
            <a:lvl8pPr>
              <a:defRPr sz="2325">
                <a:solidFill>
                  <a:srgbClr val="172B3A"/>
                </a:solidFill>
              </a:defRPr>
            </a:lvl8pPr>
            <a:lvl9pPr>
              <a:defRPr sz="23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325">
                <a:solidFill>
                  <a:srgbClr val="172B3A"/>
                </a:solidFill>
              </a:defRPr>
            </a:pPr>
            <a:r>
              <a:rPr sz="2325">
                <a:solidFill>
                  <a:srgbClr val="172B3A"/>
                </a:solidFill>
              </a:rPr>
              <a:t>前132次中的回升间隔数（每块均有131个间隔）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4491E-4123-4EBC-9250-D73439F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176B87"/>
                </a:solidFill>
              </a:defRPr>
            </a:defPPr>
            <a:lvl1pPr>
              <a:defRPr sz="2250">
                <a:solidFill>
                  <a:srgbClr val="176B87"/>
                </a:solidFill>
              </a:defRPr>
            </a:lvl1pPr>
            <a:lvl2pPr>
              <a:defRPr sz="2250">
                <a:solidFill>
                  <a:srgbClr val="176B87"/>
                </a:solidFill>
              </a:defRPr>
            </a:lvl2pPr>
            <a:lvl3pPr>
              <a:defRPr sz="2250">
                <a:solidFill>
                  <a:srgbClr val="176B87"/>
                </a:solidFill>
              </a:defRPr>
            </a:lvl3pPr>
            <a:lvl4pPr>
              <a:defRPr sz="2250">
                <a:solidFill>
                  <a:srgbClr val="176B87"/>
                </a:solidFill>
              </a:defRPr>
            </a:lvl4pPr>
            <a:lvl5pPr>
              <a:defRPr sz="2250">
                <a:solidFill>
                  <a:srgbClr val="176B87"/>
                </a:solidFill>
              </a:defRPr>
            </a:lvl5pPr>
            <a:lvl6pPr>
              <a:defRPr sz="2250">
                <a:solidFill>
                  <a:srgbClr val="176B87"/>
                </a:solidFill>
              </a:defRPr>
            </a:lvl6pPr>
            <a:lvl7pPr>
              <a:defRPr sz="2250">
                <a:solidFill>
                  <a:srgbClr val="176B87"/>
                </a:solidFill>
              </a:defRPr>
            </a:lvl7pPr>
            <a:lvl8pPr>
              <a:defRPr sz="2250">
                <a:solidFill>
                  <a:srgbClr val="176B87"/>
                </a:solidFill>
              </a:defRPr>
            </a:lvl8pPr>
            <a:lvl9pPr>
              <a:defRPr sz="2250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defRPr sz="2250">
                <a:solidFill>
                  <a:srgbClr val="176B87"/>
                </a:solidFill>
              </a:defRPr>
            </a:pPr>
            <a:r>
              <a:rPr sz="2250">
                <a:solidFill>
                  <a:srgbClr val="176B87"/>
                </a:solidFill>
              </a:rPr>
              <a:t>B0005：22次        B0006：18次        B0007：34次        B0018：21次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38A51-9830-46E2-A6F4-0AC32EB1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72B3A"/>
                </a:solidFill>
              </a:defRPr>
            </a:defPPr>
            <a:lvl1pPr>
              <a:defRPr sz="2175">
                <a:solidFill>
                  <a:srgbClr val="172B3A"/>
                </a:solidFill>
              </a:defRPr>
            </a:lvl1pPr>
            <a:lvl2pPr>
              <a:defRPr sz="2175">
                <a:solidFill>
                  <a:srgbClr val="172B3A"/>
                </a:solidFill>
              </a:defRPr>
            </a:lvl2pPr>
            <a:lvl3pPr>
              <a:defRPr sz="2175">
                <a:solidFill>
                  <a:srgbClr val="172B3A"/>
                </a:solidFill>
              </a:defRPr>
            </a:lvl3pPr>
            <a:lvl4pPr>
              <a:defRPr sz="2175">
                <a:solidFill>
                  <a:srgbClr val="172B3A"/>
                </a:solidFill>
              </a:defRPr>
            </a:lvl4pPr>
            <a:lvl5pPr>
              <a:defRPr sz="2175">
                <a:solidFill>
                  <a:srgbClr val="172B3A"/>
                </a:solidFill>
              </a:defRPr>
            </a:lvl5pPr>
            <a:lvl6pPr>
              <a:defRPr sz="2175">
                <a:solidFill>
                  <a:srgbClr val="172B3A"/>
                </a:solidFill>
              </a:defRPr>
            </a:lvl6pPr>
            <a:lvl7pPr>
              <a:defRPr sz="2175">
                <a:solidFill>
                  <a:srgbClr val="172B3A"/>
                </a:solidFill>
              </a:defRPr>
            </a:lvl7pPr>
            <a:lvl8pPr>
              <a:defRPr sz="2175">
                <a:solidFill>
                  <a:srgbClr val="172B3A"/>
                </a:solidFill>
              </a:defRPr>
            </a:lvl8pPr>
            <a:lvl9pPr>
              <a:defRPr sz="217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整体退化与短期波动同时存在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回升次数 ≠ 回升幅度，也不能单独作为健康排名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缺少内阻、电流、负载等字段，不能断言差异的物理原因</a:t>
            </a:r>
          </a:p>
        </p:txBody>
      </p:sp>
    </p:spTree>
    <p:extLst>
      <p:ext uri="{BB962C8B-B14F-4D97-AF65-F5344CB8AC3E}">
        <p14:creationId xmlns:p14="http://schemas.microsoft.com/office/powerpoint/2010/main" val="851127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4BC46-E754-4130-A1B2-92D37A8D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defRPr sz="2925">
                <a:solidFill>
                  <a:srgbClr val="172B3A"/>
                </a:solidFill>
              </a:defRPr>
            </a:lvl1pPr>
            <a:lvl2pPr>
              <a:defRPr sz="2925">
                <a:solidFill>
                  <a:srgbClr val="172B3A"/>
                </a:solidFill>
              </a:defRPr>
            </a:lvl2pPr>
            <a:lvl3pPr>
              <a:defRPr sz="2925">
                <a:solidFill>
                  <a:srgbClr val="172B3A"/>
                </a:solidFill>
              </a:defRPr>
            </a:lvl3pPr>
            <a:lvl4pPr>
              <a:defRPr sz="2925">
                <a:solidFill>
                  <a:srgbClr val="172B3A"/>
                </a:solidFill>
              </a:defRPr>
            </a:lvl4pPr>
            <a:lvl5pPr>
              <a:defRPr sz="2925">
                <a:solidFill>
                  <a:srgbClr val="172B3A"/>
                </a:solidFill>
              </a:defRPr>
            </a:lvl5pPr>
            <a:lvl6pPr>
              <a:defRPr sz="2925">
                <a:solidFill>
                  <a:srgbClr val="172B3A"/>
                </a:solidFill>
              </a:defRPr>
            </a:lvl6pPr>
            <a:lvl7pPr>
              <a:defRPr sz="2925">
                <a:solidFill>
                  <a:srgbClr val="172B3A"/>
                </a:solidFill>
              </a:defRPr>
            </a:lvl7pPr>
            <a:lvl8pPr>
              <a:defRPr sz="2925">
                <a:solidFill>
                  <a:srgbClr val="172B3A"/>
                </a:solidFill>
              </a:defRPr>
            </a:lvl8pPr>
            <a:lvl9pPr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本阶段结论与下一步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D6F2D-DE8B-4A3C-846B-07DD189F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defRPr sz="1200">
                <a:solidFill>
                  <a:srgbClr val="687985"/>
                </a:solidFill>
              </a:defRPr>
            </a:lvl1pPr>
            <a:lvl2pPr>
              <a:defRPr sz="1200">
                <a:solidFill>
                  <a:srgbClr val="687985"/>
                </a:solidFill>
              </a:defRPr>
            </a:lvl2pPr>
            <a:lvl3pPr>
              <a:defRPr sz="1200">
                <a:solidFill>
                  <a:srgbClr val="687985"/>
                </a:solidFill>
              </a:defRPr>
            </a:lvl3pPr>
            <a:lvl4pPr>
              <a:defRPr sz="1200">
                <a:solidFill>
                  <a:srgbClr val="687985"/>
                </a:solidFill>
              </a:defRPr>
            </a:lvl4pPr>
            <a:lvl5pPr>
              <a:defRPr sz="1200">
                <a:solidFill>
                  <a:srgbClr val="687985"/>
                </a:solidFill>
              </a:defRPr>
            </a:lvl5pPr>
            <a:lvl6pPr>
              <a:defRPr sz="1200">
                <a:solidFill>
                  <a:srgbClr val="687985"/>
                </a:solidFill>
              </a:defRPr>
            </a:lvl6pPr>
            <a:lvl7pPr>
              <a:defRPr sz="1200">
                <a:solidFill>
                  <a:srgbClr val="687985"/>
                </a:solidFill>
              </a:defRPr>
            </a:lvl7pPr>
            <a:lvl8pPr>
              <a:defRPr sz="1200">
                <a:solidFill>
                  <a:srgbClr val="687985"/>
                </a:solidFill>
              </a:defRPr>
            </a:lvl8pPr>
            <a:lvl9pPr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58274-074E-42E9-9C76-22785136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10ABA-549B-4349-8DCA-99B2270D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72B3A"/>
                </a:solidFill>
              </a:defRPr>
            </a:defPPr>
            <a:lvl1pPr>
              <a:defRPr sz="2175">
                <a:solidFill>
                  <a:srgbClr val="172B3A"/>
                </a:solidFill>
              </a:defRPr>
            </a:lvl1pPr>
            <a:lvl2pPr>
              <a:defRPr sz="2175">
                <a:solidFill>
                  <a:srgbClr val="172B3A"/>
                </a:solidFill>
              </a:defRPr>
            </a:lvl2pPr>
            <a:lvl3pPr>
              <a:defRPr sz="2175">
                <a:solidFill>
                  <a:srgbClr val="172B3A"/>
                </a:solidFill>
              </a:defRPr>
            </a:lvl3pPr>
            <a:lvl4pPr>
              <a:defRPr sz="2175">
                <a:solidFill>
                  <a:srgbClr val="172B3A"/>
                </a:solidFill>
              </a:defRPr>
            </a:lvl4pPr>
            <a:lvl5pPr>
              <a:defRPr sz="2175">
                <a:solidFill>
                  <a:srgbClr val="172B3A"/>
                </a:solidFill>
              </a:defRPr>
            </a:lvl5pPr>
            <a:lvl6pPr>
              <a:defRPr sz="2175">
                <a:solidFill>
                  <a:srgbClr val="172B3A"/>
                </a:solidFill>
              </a:defRPr>
            </a:lvl6pPr>
            <a:lvl7pPr>
              <a:defRPr sz="2175">
                <a:solidFill>
                  <a:srgbClr val="172B3A"/>
                </a:solidFill>
              </a:defRPr>
            </a:lvl7pPr>
            <a:lvl8pPr>
              <a:defRPr sz="2175">
                <a:solidFill>
                  <a:srgbClr val="172B3A"/>
                </a:solidFill>
              </a:defRPr>
            </a:lvl8pPr>
            <a:lvl9pPr>
              <a:defRPr sz="217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已完成：数据检查、全部退化曲线、共同窗口差异比较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发现：B0006下降最多，B0007最少；局部回升不可忽略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边界：仅4块电池、24℃；不能直接推广到实际飞行续航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下一步：提取历史特征 → 比较至少两种模型 → 评估不确定性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DE5DD-36B4-47E1-AC91-582C762A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6B87"/>
                </a:solidFill>
              </a:defRPr>
            </a:defPPr>
            <a:lvl1pPr>
              <a:defRPr sz="1800">
                <a:solidFill>
                  <a:srgbClr val="176B87"/>
                </a:solidFill>
              </a:defRPr>
            </a:lvl1pPr>
            <a:lvl2pPr>
              <a:defRPr sz="1800">
                <a:solidFill>
                  <a:srgbClr val="176B87"/>
                </a:solidFill>
              </a:defRPr>
            </a:lvl2pPr>
            <a:lvl3pPr>
              <a:defRPr sz="1800">
                <a:solidFill>
                  <a:srgbClr val="176B87"/>
                </a:solidFill>
              </a:defRPr>
            </a:lvl3pPr>
            <a:lvl4pPr>
              <a:defRPr sz="1800">
                <a:solidFill>
                  <a:srgbClr val="176B87"/>
                </a:solidFill>
              </a:defRPr>
            </a:lvl4pPr>
            <a:lvl5pPr>
              <a:defRPr sz="1800">
                <a:solidFill>
                  <a:srgbClr val="176B87"/>
                </a:solidFill>
              </a:defRPr>
            </a:lvl5pPr>
            <a:lvl6pPr>
              <a:defRPr sz="1800">
                <a:solidFill>
                  <a:srgbClr val="176B87"/>
                </a:solidFill>
              </a:defRPr>
            </a:lvl6pPr>
            <a:lvl7pPr>
              <a:defRPr sz="1800">
                <a:solidFill>
                  <a:srgbClr val="176B87"/>
                </a:solidFill>
              </a:defRPr>
            </a:lvl7pPr>
            <a:lvl8pPr>
              <a:defRPr sz="1800">
                <a:solidFill>
                  <a:srgbClr val="176B87"/>
                </a:solidFill>
              </a:defRPr>
            </a:lvl8pPr>
            <a:lvl9pPr>
              <a:defRPr sz="1800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defRPr sz="1800">
                <a:solidFill>
                  <a:srgbClr val="176B87"/>
                </a:solidFill>
              </a:defRPr>
            </a:pPr>
            <a:r>
              <a:rPr sz="1800">
                <a:solidFill>
                  <a:srgbClr val="176B87"/>
                </a:solidFill>
              </a:rPr>
              <a:t>复现：01_read_and_clean.py → 02_visualize_degradation.py</a:t>
            </a:r>
          </a:p>
          <a:p xmlns:a="http://schemas.openxmlformats.org/drawingml/2006/main">
            <a:pPr>
              <a:defRPr sz="1800">
                <a:solidFill>
                  <a:srgbClr val="176B87"/>
                </a:solidFill>
              </a:defRPr>
            </a:pPr>
            <a:r>
              <a:rPr sz="1800">
                <a:solidFill>
                  <a:srgbClr val="176B87"/>
                </a:solidFill>
              </a:rPr>
              <a:t>GitHub：yxz666-Y/python-midterm-pre</a:t>
            </a:r>
          </a:p>
        </p:txBody>
      </p:sp>
    </p:spTree>
    <p:extLst>
      <p:ext uri="{BB962C8B-B14F-4D97-AF65-F5344CB8AC3E}">
        <p14:creationId xmlns:p14="http://schemas.microsoft.com/office/powerpoint/2010/main" val="1342351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2026-10-26T11:25:45.1820000Z</dcterms:created>
  <dcterms:modified xsi:type="dcterms:W3CDTF">2026-10-26T11:25:45.1820000Z</dcterms:modified>
</coreProperties>
</file>