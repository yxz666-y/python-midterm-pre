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5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6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13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2331b05fa741aa" /><Relationship Type="http://schemas.openxmlformats.org/officeDocument/2006/relationships/extended-properties" Target="/docProps/app.xml" Id="Rd8a864e8f4924fda" /><Relationship Type="http://schemas.openxmlformats.org/officeDocument/2006/relationships/officeDocument" Target="/ppt/presentation.xml" Id="Ra455ba60944f4b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8db67666044ff5"/>
  </p:sldMasterIdLst>
  <p:notesMasterIdLst>
    <p:notesMasterId xmlns:r="http://schemas.openxmlformats.org/officeDocument/2006/relationships" r:id="Rb798787167f445e6"/>
  </p:notesMasterIdLst>
  <p:sldIdLst>
    <p:sldId xmlns:r="http://schemas.openxmlformats.org/officeDocument/2006/relationships" id="256" r:id="Rf58ce4fe7d59409f"/>
    <p:sldId xmlns:r="http://schemas.openxmlformats.org/officeDocument/2006/relationships" id="257" r:id="R2017ff10d2ee450d"/>
    <p:sldId xmlns:r="http://schemas.openxmlformats.org/officeDocument/2006/relationships" id="258" r:id="Raf7d185cccab452f"/>
    <p:sldId xmlns:r="http://schemas.openxmlformats.org/officeDocument/2006/relationships" id="259" r:id="R6398d62ae4fb47a9"/>
    <p:sldId xmlns:r="http://schemas.openxmlformats.org/officeDocument/2006/relationships" id="260" r:id="Red90c308475443ad"/>
    <p:sldId xmlns:r="http://schemas.openxmlformats.org/officeDocument/2006/relationships" id="261" r:id="R0aecc54eab2b4793"/>
    <p:sldId xmlns:r="http://schemas.openxmlformats.org/officeDocument/2006/relationships" id="262" r:id="Ra2dcb0dab20b4c80"/>
    <p:sldId xmlns:r="http://schemas.openxmlformats.org/officeDocument/2006/relationships" id="263" r:id="Rc7276556f9bc4102"/>
    <p:sldId xmlns:r="http://schemas.openxmlformats.org/officeDocument/2006/relationships" id="264" r:id="R91e2d898c49949d3"/>
    <p:sldId xmlns:r="http://schemas.openxmlformats.org/officeDocument/2006/relationships" id="265" r:id="R4601f304cab4492d"/>
    <p:sldId xmlns:r="http://schemas.openxmlformats.org/officeDocument/2006/relationships" id="266" r:id="Rb2975b32b5894327"/>
    <p:sldId xmlns:r="http://schemas.openxmlformats.org/officeDocument/2006/relationships" id="267" r:id="Ra6f476fbcb724064"/>
    <p:sldId xmlns:r="http://schemas.openxmlformats.org/officeDocument/2006/relationships" id="268" r:id="Re43ebb22314447dd"/>
    <p:sldId xmlns:r="http://schemas.openxmlformats.org/officeDocument/2006/relationships" id="269" r:id="R86e2ac75b7344824"/>
    <p:sldId xmlns:r="http://schemas.openxmlformats.org/officeDocument/2006/relationships" id="270" r:id="Re2b0de950c174373"/>
    <p:sldId xmlns:r="http://schemas.openxmlformats.org/officeDocument/2006/relationships" id="271" r:id="R73639cdd954e4b95"/>
    <p:sldId xmlns:r="http://schemas.openxmlformats.org/officeDocument/2006/relationships" id="272" r:id="R3ca6e41fdf7c40aa"/>
    <p:sldId xmlns:r="http://schemas.openxmlformats.org/officeDocument/2006/relationships" id="273" r:id="R043e4954e0424081"/>
    <p:sldId xmlns:r="http://schemas.openxmlformats.org/officeDocument/2006/relationships" id="274" r:id="Rea60dd052e394dcb"/>
    <p:sldId xmlns:r="http://schemas.openxmlformats.org/officeDocument/2006/relationships" id="275" r:id="R684d0de5e6e744dc"/>
    <p:sldId xmlns:r="http://schemas.openxmlformats.org/officeDocument/2006/relationships" id="276" r:id="Rf6f2d90fb06d47e0"/>
    <p:sldId xmlns:r="http://schemas.openxmlformats.org/officeDocument/2006/relationships" id="277" r:id="R0c94f788d4134b63"/>
    <p:sldId xmlns:r="http://schemas.openxmlformats.org/officeDocument/2006/relationships" id="278" r:id="Rc684c605aa9b4fd1"/>
    <p:sldId xmlns:r="http://schemas.openxmlformats.org/officeDocument/2006/relationships" id="279" r:id="R4eb30b7da57f48a7"/>
    <p:sldId xmlns:r="http://schemas.openxmlformats.org/officeDocument/2006/relationships" id="280" r:id="R4a43fe4a70064c0f"/>
    <p:sldId xmlns:r="http://schemas.openxmlformats.org/officeDocument/2006/relationships" id="281" r:id="R2afdc96bc4504d45"/>
    <p:sldId xmlns:r="http://schemas.openxmlformats.org/officeDocument/2006/relationships" id="282" r:id="Ra0806404e9fc43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fad99aafc1429d" /><Relationship Type="http://schemas.openxmlformats.org/officeDocument/2006/relationships/slideMaster" Target="/ppt/slideMasters/slideMaster1.xml" Id="R378db67666044ff5" /><Relationship Type="http://schemas.openxmlformats.org/officeDocument/2006/relationships/notesMaster" Target="/ppt/notesMasters/notesMaster1.xml" Id="Rb798787167f445e6" /><Relationship Type="http://schemas.openxmlformats.org/officeDocument/2006/relationships/presProps" Target="/ppt/presProps.xml" Id="R2ad9422db3bb4151" /><Relationship Type="http://schemas.openxmlformats.org/officeDocument/2006/relationships/tableStyles" Target="/ppt/tableStyles.xml" Id="R9ea16fe05ec74549" /><Relationship Type="http://schemas.openxmlformats.org/officeDocument/2006/relationships/slide" Target="/ppt/slides/slide1.xml" Id="Rf58ce4fe7d59409f" /><Relationship Type="http://schemas.openxmlformats.org/officeDocument/2006/relationships/slide" Target="/ppt/slides/slide2.xml" Id="R2017ff10d2ee450d" /><Relationship Type="http://schemas.openxmlformats.org/officeDocument/2006/relationships/slide" Target="/ppt/slides/slide3.xml" Id="Raf7d185cccab452f" /><Relationship Type="http://schemas.openxmlformats.org/officeDocument/2006/relationships/slide" Target="/ppt/slides/slide4.xml" Id="R6398d62ae4fb47a9" /><Relationship Type="http://schemas.openxmlformats.org/officeDocument/2006/relationships/slide" Target="/ppt/slides/slide5.xml" Id="Red90c308475443ad" /><Relationship Type="http://schemas.openxmlformats.org/officeDocument/2006/relationships/slide" Target="/ppt/slides/slide6.xml" Id="R0aecc54eab2b4793" /><Relationship Type="http://schemas.openxmlformats.org/officeDocument/2006/relationships/slide" Target="/ppt/slides/slide7.xml" Id="Ra2dcb0dab20b4c80" /><Relationship Type="http://schemas.openxmlformats.org/officeDocument/2006/relationships/slide" Target="/ppt/slides/slide8.xml" Id="Rc7276556f9bc4102" /><Relationship Type="http://schemas.openxmlformats.org/officeDocument/2006/relationships/slide" Target="/ppt/slides/slide9.xml" Id="R91e2d898c49949d3" /><Relationship Type="http://schemas.openxmlformats.org/officeDocument/2006/relationships/slide" Target="/ppt/slides/slide10.xml" Id="R4601f304cab4492d" /><Relationship Type="http://schemas.openxmlformats.org/officeDocument/2006/relationships/slide" Target="/ppt/slides/slide11.xml" Id="Rb2975b32b5894327" /><Relationship Type="http://schemas.openxmlformats.org/officeDocument/2006/relationships/slide" Target="/ppt/slides/slide12.xml" Id="Ra6f476fbcb724064" /><Relationship Type="http://schemas.openxmlformats.org/officeDocument/2006/relationships/slide" Target="/ppt/slides/slide13.xml" Id="Re43ebb22314447dd" /><Relationship Type="http://schemas.openxmlformats.org/officeDocument/2006/relationships/slide" Target="/ppt/slides/slide14.xml" Id="R86e2ac75b7344824" /><Relationship Type="http://schemas.openxmlformats.org/officeDocument/2006/relationships/slide" Target="/ppt/slides/slide15.xml" Id="Re2b0de950c174373" /><Relationship Type="http://schemas.openxmlformats.org/officeDocument/2006/relationships/slide" Target="/ppt/slides/slide16.xml" Id="R73639cdd954e4b95" /><Relationship Type="http://schemas.openxmlformats.org/officeDocument/2006/relationships/slide" Target="/ppt/slides/slide17.xml" Id="R3ca6e41fdf7c40aa" /><Relationship Type="http://schemas.openxmlformats.org/officeDocument/2006/relationships/slide" Target="/ppt/slides/slide18.xml" Id="R043e4954e0424081" /><Relationship Type="http://schemas.openxmlformats.org/officeDocument/2006/relationships/slide" Target="/ppt/slides/slide19.xml" Id="Rea60dd052e394dcb" /><Relationship Type="http://schemas.openxmlformats.org/officeDocument/2006/relationships/slide" Target="/ppt/slides/slide20.xml" Id="R684d0de5e6e744dc" /><Relationship Type="http://schemas.openxmlformats.org/officeDocument/2006/relationships/slide" Target="/ppt/slides/slide21.xml" Id="Rf6f2d90fb06d47e0" /><Relationship Type="http://schemas.openxmlformats.org/officeDocument/2006/relationships/slide" Target="/ppt/slides/slide22.xml" Id="R0c94f788d4134b63" /><Relationship Type="http://schemas.openxmlformats.org/officeDocument/2006/relationships/slide" Target="/ppt/slides/slide23.xml" Id="Rc684c605aa9b4fd1" /><Relationship Type="http://schemas.openxmlformats.org/officeDocument/2006/relationships/slide" Target="/ppt/slides/slide24.xml" Id="R4eb30b7da57f48a7" /><Relationship Type="http://schemas.openxmlformats.org/officeDocument/2006/relationships/slide" Target="/ppt/slides/slide25.xml" Id="R4a43fe4a70064c0f" /><Relationship Type="http://schemas.openxmlformats.org/officeDocument/2006/relationships/slide" Target="/ppt/slides/slide26.xml" Id="R2afdc96bc4504d45" /><Relationship Type="http://schemas.openxmlformats.org/officeDocument/2006/relationships/slide" Target="/ppt/slides/slide27.xml" Id="Ra0806404e9fc43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a11087674c47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4a1f43ffab4fc0" /><Relationship Type="http://schemas.openxmlformats.org/officeDocument/2006/relationships/notesMaster" Target="/ppt/notesMasters/notesMaster1.xml" Id="Rbb7c0346ba014b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6122282955499e" /><Relationship Type="http://schemas.openxmlformats.org/officeDocument/2006/relationships/notesMaster" Target="/ppt/notesMasters/notesMaster1.xml" Id="R8525907604c348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c4a9b06da34c16" /><Relationship Type="http://schemas.openxmlformats.org/officeDocument/2006/relationships/notesMaster" Target="/ppt/notesMasters/notesMaster1.xml" Id="R0636e548e9694d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063cdcc161495c" /><Relationship Type="http://schemas.openxmlformats.org/officeDocument/2006/relationships/notesMaster" Target="/ppt/notesMasters/notesMaster1.xml" Id="R409f55454f1946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c86ae5b4734fc3" /><Relationship Type="http://schemas.openxmlformats.org/officeDocument/2006/relationships/notesMaster" Target="/ppt/notesMasters/notesMaster1.xml" Id="Rc4d7308b6ff947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badf0ac2d84ef5" /><Relationship Type="http://schemas.openxmlformats.org/officeDocument/2006/relationships/notesMaster" Target="/ppt/notesMasters/notesMaster1.xml" Id="Rad6570eda56b44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e780552a9a4e53" /><Relationship Type="http://schemas.openxmlformats.org/officeDocument/2006/relationships/notesMaster" Target="/ppt/notesMasters/notesMaster1.xml" Id="R4c7eb800033c4d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9a9f18224341b9" /><Relationship Type="http://schemas.openxmlformats.org/officeDocument/2006/relationships/notesMaster" Target="/ppt/notesMasters/notesMaster1.xml" Id="R53a660ac06b240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0b2d8385ac43b9" /><Relationship Type="http://schemas.openxmlformats.org/officeDocument/2006/relationships/notesMaster" Target="/ppt/notesMasters/notesMaster1.xml" Id="R0372fec167e843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5bc69d414b4f22" /><Relationship Type="http://schemas.openxmlformats.org/officeDocument/2006/relationships/notesMaster" Target="/ppt/notesMasters/notesMaster1.xml" Id="Ra2c3e646550c48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361ebedf90443e" /><Relationship Type="http://schemas.openxmlformats.org/officeDocument/2006/relationships/notesMaster" Target="/ppt/notesMasters/notesMaster1.xml" Id="R7b53c38b2058422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65fdf4bd6c4621" /><Relationship Type="http://schemas.openxmlformats.org/officeDocument/2006/relationships/notesMaster" Target="/ppt/notesMasters/notesMaster1.xml" Id="R8339980ee09243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bc6ff60e674b03" /><Relationship Type="http://schemas.openxmlformats.org/officeDocument/2006/relationships/notesMaster" Target="/ppt/notesMasters/notesMaster1.xml" Id="R838a55efdc6c41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3f9642e4744892" /><Relationship Type="http://schemas.openxmlformats.org/officeDocument/2006/relationships/notesMaster" Target="/ppt/notesMasters/notesMaster1.xml" Id="R8a09fd900f394f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2dd8f5f2d04463" /><Relationship Type="http://schemas.openxmlformats.org/officeDocument/2006/relationships/notesMaster" Target="/ppt/notesMasters/notesMaster1.xml" Id="R8bac53936bf147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dd8742eee0409b" /><Relationship Type="http://schemas.openxmlformats.org/officeDocument/2006/relationships/notesMaster" Target="/ppt/notesMasters/notesMaster1.xml" Id="Raa7eaa18a31a48f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c2c07b19bae4a57" /><Relationship Type="http://schemas.openxmlformats.org/officeDocument/2006/relationships/notesMaster" Target="/ppt/notesMasters/notesMaster1.xml" Id="R8982ecfeb7974f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fe2494a6942447b" /><Relationship Type="http://schemas.openxmlformats.org/officeDocument/2006/relationships/notesMaster" Target="/ppt/notesMasters/notesMaster1.xml" Id="R3d90901118de499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ffb44ee9f9410b" /><Relationship Type="http://schemas.openxmlformats.org/officeDocument/2006/relationships/notesMaster" Target="/ppt/notesMasters/notesMaster1.xml" Id="R0aa56fc6baaa42b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51ba6f370a4c6d" /><Relationship Type="http://schemas.openxmlformats.org/officeDocument/2006/relationships/notesMaster" Target="/ppt/notesMasters/notesMaster1.xml" Id="R68ff93f01753488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c5daac2f1c54a18" /><Relationship Type="http://schemas.openxmlformats.org/officeDocument/2006/relationships/notesMaster" Target="/ppt/notesMasters/notesMaster1.xml" Id="R6abca66bca914f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f451e7110784830" /><Relationship Type="http://schemas.openxmlformats.org/officeDocument/2006/relationships/notesMaster" Target="/ppt/notesMasters/notesMaster1.xml" Id="R4365f2fc345f4d5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fe11824152f4c70" /><Relationship Type="http://schemas.openxmlformats.org/officeDocument/2006/relationships/notesMaster" Target="/ppt/notesMasters/notesMaster1.xml" Id="R932a96e0728b4d2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3ff0a7b7a0c4875" /><Relationship Type="http://schemas.openxmlformats.org/officeDocument/2006/relationships/notesMaster" Target="/ppt/notesMasters/notesMaster1.xml" Id="Ra1f5b653a65d4e5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9d9bcf623634ea3" /><Relationship Type="http://schemas.openxmlformats.org/officeDocument/2006/relationships/notesMaster" Target="/ppt/notesMasters/notesMaster1.xml" Id="Rf1b1fce3b1e54a0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0ac216f4d4a49a0" /><Relationship Type="http://schemas.openxmlformats.org/officeDocument/2006/relationships/notesMaster" Target="/ppt/notesMasters/notesMaster1.xml" Id="R59b65275303d40a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66bfa00c6724cdb" /><Relationship Type="http://schemas.openxmlformats.org/officeDocument/2006/relationships/notesMaster" Target="/ppt/notesMasters/notesMaster1.xml" Id="Rc4bd874ba53e4f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工作过程记录现涵盖读取清洗、退化探索和特征建模三个步骤。后续寿命外推与不确定性分析尚未开展。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使用pandas.read_csv读取UTF-8编码CSV。先检查前几行、形状和数据类型，而不是直接建模。电池编号是个体标识，循环次数是时间顺序，容量是目标变量，温度是条件字段。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检查结果：无缺失、无完全重复行、无电池编号与循环次数冲突、循环从1开始连续；容量为正且数值有限。原始数据无需删点，清洗后仍为636行。不能仅因容量局部回升就判断数据错误。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第一种图保留所有观测，说明完整记录中的退化趋势。第二种限制在所有电池共有的前132次，并用各自首循环容量归一化；避免观察长度与初始容量造成混淆。相对首循环容量不是制造商额定容量口径的SOH。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前三块电池都有168次观测。B0006起始容量最高，但后期容量低于另外两块。线条总体下降但有局部回升。第四块电池记录较短，下一页单独展示完整记录。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B0018首循环1.8550Ah，第132次为1.3411Ah。记录终止不能解释为电池失效，也不能给它补出后续容量。完整四电池叠加图保存在figures/step02/01_capacity_all_cycles.png。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四条曲线均以各自第1次容量为100%。第132次的下降比例：B0005为26.49%，B0006为35.36%，B0007为21.90%，B0018为27.70%。这是这四块电池的描述性结果，不代表总体显著性检验或寿命排名。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从第1次到第132次有131个相邻间隔。最大与最小容量下降比例差13.46个百分点。B0005和B0018的下降比例接近，但不能因此推断它们后续寿命相同。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同一前132次窗口，共131个相邻间隔，容量增加的间隔数依次为22、18、34、21。回升次数多不等于回升幅度大，也不等于电池更健康。本阶段不区分测量误差或恢复效应，现有数据不足以归因。</a:t>
            </a:r>
          </a:p>
          <a:p xmlns:a="http://schemas.openxmlformats.org/drawingml/2006/main">
            <a:r>
              <a:t>数据来源：课程题目三 data/battery.csv；代码 src/01_read_and_clean.py、src/02_visualize_degradation.py；统计 results/step01、results/step02。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此前完成数据清洗和退化探索。接下来展示已经完成的第三步特征与建模，随后仍需开展寿命外推与不确定性讨论。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先对每块电池按循环排序，再对容量shift(1)，rolling(5)仅使用目标之前的观测。预测第6次时用第1至5次。前5次缺少完整窗口，共去除20个建模目标，保留616个样本。原始636条记录仍保留。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按原始记录数60%和80%向下取整划分。三种方法采用相同目标样本。验证阶段只在训练段拟合，选参后用训练加验证段重拟合。每次测试预测可用前一次真实容量，模型系数不变。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第一版建立无需拟合的持续性基线。第二版只用循环次数进行最小二乘直线回归。第三版加入四个历史特征，使用岭回归控制系数大小。标准化仅使用拟合段统计量，截距不惩罚。每个版本都提交并推送。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每个alpha只在训练段拟合，以验证段RMSE最小选择。横轴为离散候选值，并非线性数值间距。记录全部20组验证结果。选出的alpha依次为1、10、10、1。没有根据测试误差反复调整参数。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RMSE单位Ah。各电池的测试样本数为34、34、34、27。基线在四块电池的测试MAE和RMSE均最低。岭回归优于循环线性回归，但没有超过基线。结果只适用于本次单步预测与时间划分。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图示各电池完整测试段。黑线为实测值，其他线为逐次获得历史实测容量后的单步预测。突变处容易出现滞后。模型参数在测试段固定，不用测试目标再拟合。来源predictions.csv。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图示各电池完整测试段。黑线为实测值，其他线为逐次获得历史实测容量后的单步预测。突变处容易出现滞后。模型参数在测试段固定，不用测试目标再拟合。来源predictions.csv。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下哈希为实际已经推送到GitHub的提交。每新增一种算法独立保存版本，未改写历史。六项检查覆盖历史窗口、时间划分、未来信息隔离、线性趋势、测试段与选参隔离、岭回归标准化和截距。24组MAE/RMSE另用逐点预测独立重算一致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完成特征提取、三种方法比较、单步预测评估。没有开展寿命外推、预测区间覆盖率或提前预警评估。未来改动继续保存Git版本，避免反复利用测试结果调参。只有4块电池、一个温度和一次时间划分，不能推广为新电池或实际无人设备续航结论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基础检查只确认没有缺失、重复和非正容量。统计检测按电池计算相邻容量变化，阈值用各自前60%记录估计。1.5IQR标记待核查，3IQR标记极端。训练段内部为事后诊断，不是在线预警。来源src/01b_check_capacity_jumps.py和results/step01b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30个极端点生成独立限幅对照，其他606条不变。处理容量等于上一循环原始容量加限幅后的变化量。不会递归累计修正，不覆盖正式清洗数据。原始记录没有缺失，不制造缺失值。来源treated_points.csv，代码提交6aa6676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限幅改变局部峰值，不能证明处理值比原值更准确。所有电池首末容量不变，全段线性斜率仍为负。现有模型继续使用保留原值的清洗版，未用处理后测试目标降低误差。未来若比较处理方案，应在每个训练折内拟合阈值并对原始测试目标评价。来源all_rows_with_flags.csv、trend_sensitivity.csv。</a:t>
            </a:r>
          </a:p>
          <a:p xmlns:a="http://schemas.openxmlformats.org/drawingml/2006/main">
            <a:r>
              <a:t>来源：src/03_features_and_models.py，results/step03/，tests/test_step03.py，本仓库Git日志。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tHub账号Buln1120提交第四步代码与结果，见8b282e4和ddec284。本地已快进同步60d0309。第四步未修改第三步模型。首次80%阈值跨越均早于第三步测试，单步状态分类不能证明提前预警能力。滚动实验检出B0006、B0007、B0018，漏报B0005，并存在误报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轮提前距离和算法候选在比较前固定。每个起点只使用其以前的容量，分别直接预测h=1、5、10次。测试起点从训练加验证边界开始，避免训练模型用到预测起点以后的目标值。数据使用原值保留版，未采用限幅后的测试目标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容量保持取起点值，最近20次线性趋势按每起点重拟合。直接多步岭回归按电池与horizon共12个模型，特征为目标循环、起点容量、最近5次均值与斜率。alpha固定5候选，60组搜索结果全部保存。标准化及拟合标签只来自相应拟合段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图中先计算每块电池RMSE，再将四块电池等权平均，单位Ah。共同起点为前三块电池134至158、B0018为105至122，每种距离和方法均93个电池起点。不同距离对应不同目标，不是相同目标的配对检验。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0006的岭回归在5和10次预测上RMSE分别0.016766和0.018616Ah，低于其最近20次趋势。B0018岭回归在10次RMSE0.085901Ah，低估较大，不能用平均排序取代个体评估。36项测试含旧27项和新9项，144组指标另由逐点预测重算。当前仍是同4块电池探索性扩展，缺少独立新电池验证。</a:t>
            </a:r>
          </a:p>
          <a:p xmlns:a="http://schemas.openxmlformats.org/drawingml/2006/main">
            <a:r>
              <a:t>来源：src/04_evaluation_and_uncertainty.py，src/05_multihorizon_models.py，results/step04/，results/step05/，本仓库Git日志。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5eb4f4886540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95b419e28947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1766ee4094e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475c839d74c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b0d3f11aec40e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dc7c03de9142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FCB2CD-8DC5-4720-8DC2-CAB734B0A1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C950A2-974D-4A1D-ADBD-5CD268D2CD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88924F7-1B2C-4D12-B1C1-86161B27B6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6BCE2C-9EB5-4421-AECE-9FE7411C9B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E161C7-471E-40B2-AACA-621233C60F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FBDA9C-7903-4A9A-9660-D6B256592B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6B3884-07F7-4785-9893-3245F7AD6A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7C4C3A-8C90-40E8-AB94-4B417975D18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0B4185-6724-49B1-AD1D-CA1F4C62F7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70E85E-62AE-402A-B083-161FC781E7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984a56d073468d" /><Relationship Type="http://schemas.openxmlformats.org/officeDocument/2006/relationships/slideLayout" Target="/ppt/slideLayouts/slideLayout1.xml" Id="R8834729396614084" /><Relationship Type="http://schemas.openxmlformats.org/officeDocument/2006/relationships/slideLayout" Target="/ppt/slideLayouts/slideLayout2.xml" Id="R65990b1aa1bf41bd" /><Relationship Type="http://schemas.openxmlformats.org/officeDocument/2006/relationships/slideLayout" Target="/ppt/slideLayouts/slideLayout3.xml" Id="R5b96437a13244827" /><Relationship Type="http://schemas.openxmlformats.org/officeDocument/2006/relationships/slideLayout" Target="/ppt/slideLayouts/slideLayout4.xml" Id="R27e49d5b578b40ae" /><Relationship Type="http://schemas.openxmlformats.org/officeDocument/2006/relationships/slideLayout" Target="/ppt/slideLayouts/slideLayout5.xml" Id="R0f4465e5fce84d99" /><Relationship Type="http://schemas.openxmlformats.org/officeDocument/2006/relationships/slideLayout" Target="/ppt/slideLayouts/slideLayout6.xml" Id="R82e7f05ce2694d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34729396614084"/>
    <p:sldLayoutId xmlns:r="http://schemas.openxmlformats.org/officeDocument/2006/relationships" id="2147483650" r:id="R65990b1aa1bf41bd"/>
    <p:sldLayoutId xmlns:r="http://schemas.openxmlformats.org/officeDocument/2006/relationships" id="2147483651" r:id="R5b96437a13244827"/>
    <p:sldLayoutId xmlns:r="http://schemas.openxmlformats.org/officeDocument/2006/relationships" id="2147483652" r:id="R27e49d5b578b40ae"/>
    <p:sldLayoutId xmlns:r="http://schemas.openxmlformats.org/officeDocument/2006/relationships" id="2147483653" r:id="R0f4465e5fce84d99"/>
    <p:sldLayoutId xmlns:r="http://schemas.openxmlformats.org/officeDocument/2006/relationships" id="2147483654" r:id="R82e7f05ce2694d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08bfeeda2242ac" /><Relationship Type="http://schemas.openxmlformats.org/officeDocument/2006/relationships/notesSlide" Target="/ppt/notesSlides/notesSlide1.xml" Id="R6b2ef6b6205046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80e0293eda4739" /><Relationship Type="http://schemas.openxmlformats.org/officeDocument/2006/relationships/notesSlide" Target="/ppt/notesSlides/notesSlide2.xml" Id="Rb59cd73248764c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5a904f0f7747fb" /><Relationship Type="http://schemas.openxmlformats.org/officeDocument/2006/relationships/notesSlide" Target="/ppt/notesSlides/notesSlide3.xml" Id="R4dc7a539bd5f4c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f699fc27114ee9" /><Relationship Type="http://schemas.openxmlformats.org/officeDocument/2006/relationships/notesSlide" Target="/ppt/notesSlides/notesSlide4.xml" Id="R92530c9788b04e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8a1f8719c746f6" /><Relationship Type="http://schemas.openxmlformats.org/officeDocument/2006/relationships/chart" Target="/ppt/slides/charts/chart1.xml" Id="R4c355e33b70141e3" /><Relationship Type="http://schemas.openxmlformats.org/officeDocument/2006/relationships/notesSlide" Target="/ppt/notesSlides/notesSlide5.xml" Id="R2df70bfa9f2644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93fad9e2a4f54" /><Relationship Type="http://schemas.openxmlformats.org/officeDocument/2006/relationships/chart" Target="/ppt/slides/charts/chart2.xml" Id="R574bc51e8c404f99" /><Relationship Type="http://schemas.openxmlformats.org/officeDocument/2006/relationships/notesSlide" Target="/ppt/notesSlides/notesSlide6.xml" Id="R9da3a3b4868a44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ba7b7bbd646de" /><Relationship Type="http://schemas.openxmlformats.org/officeDocument/2006/relationships/chart" Target="/ppt/slides/charts/chart3.xml" Id="R06c7f358dacb49ad" /><Relationship Type="http://schemas.openxmlformats.org/officeDocument/2006/relationships/notesSlide" Target="/ppt/notesSlides/notesSlide7.xml" Id="R8d55f006622942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d1d12e8d4f49d7" /><Relationship Type="http://schemas.openxmlformats.org/officeDocument/2006/relationships/chart" Target="/ppt/slides/charts/chart4.xml" Id="R30c5d8999c3947b5" /><Relationship Type="http://schemas.openxmlformats.org/officeDocument/2006/relationships/notesSlide" Target="/ppt/notesSlides/notesSlide8.xml" Id="Rc9bc7ca4e6214f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6c804746154f28" /><Relationship Type="http://schemas.openxmlformats.org/officeDocument/2006/relationships/notesSlide" Target="/ppt/notesSlides/notesSlide9.xml" Id="R2c449276fb8c46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7e55040a9a4d18" /><Relationship Type="http://schemas.openxmlformats.org/officeDocument/2006/relationships/notesSlide" Target="/ppt/notesSlides/notesSlide10.xml" Id="Rcdee813358ec49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0ca4fb32946e0" /><Relationship Type="http://schemas.openxmlformats.org/officeDocument/2006/relationships/notesSlide" Target="/ppt/notesSlides/notesSlide11.xml" Id="R0a60413cf2c442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5e40be28214209" /><Relationship Type="http://schemas.openxmlformats.org/officeDocument/2006/relationships/notesSlide" Target="/ppt/notesSlides/notesSlide12.xml" Id="R86d14ac2a455461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2c4ca401244d7" /><Relationship Type="http://schemas.openxmlformats.org/officeDocument/2006/relationships/notesSlide" Target="/ppt/notesSlides/notesSlide13.xml" Id="R94083a5d3fb648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c66fc75af241b3" /><Relationship Type="http://schemas.openxmlformats.org/officeDocument/2006/relationships/chart" Target="/ppt/slides/charts/chart5.xml" Id="R003d5aaa902c4b01" /><Relationship Type="http://schemas.openxmlformats.org/officeDocument/2006/relationships/notesSlide" Target="/ppt/notesSlides/notesSlide14.xml" Id="R2bd26449089840c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76e04551e34afb" /><Relationship Type="http://schemas.openxmlformats.org/officeDocument/2006/relationships/chart" Target="/ppt/slides/charts/chart6.xml" Id="Rde76115d25d14e49" /><Relationship Type="http://schemas.openxmlformats.org/officeDocument/2006/relationships/notesSlide" Target="/ppt/notesSlides/notesSlide15.xml" Id="Rd90388e15db54c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ba08b5ef094fdb" /><Relationship Type="http://schemas.openxmlformats.org/officeDocument/2006/relationships/chart" Target="/ppt/slides/charts/chart7.xml" Id="R950864a51a0f4471" /><Relationship Type="http://schemas.openxmlformats.org/officeDocument/2006/relationships/chart" Target="/ppt/slides/charts/chart8.xml" Id="Reb0fd05d843b48ce" /><Relationship Type="http://schemas.openxmlformats.org/officeDocument/2006/relationships/notesSlide" Target="/ppt/notesSlides/notesSlide16.xml" Id="R678b8ee456ce42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7bc2f8b50d4889" /><Relationship Type="http://schemas.openxmlformats.org/officeDocument/2006/relationships/chart" Target="/ppt/slides/charts/chart9.xml" Id="Rf896fffb7ae64c75" /><Relationship Type="http://schemas.openxmlformats.org/officeDocument/2006/relationships/chart" Target="/ppt/slides/charts/chart10.xml" Id="R2a1902b86cfd4c88" /><Relationship Type="http://schemas.openxmlformats.org/officeDocument/2006/relationships/notesSlide" Target="/ppt/notesSlides/notesSlide17.xml" Id="R21c3518f799a45e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1b87435d7c4a30" /><Relationship Type="http://schemas.openxmlformats.org/officeDocument/2006/relationships/notesSlide" Target="/ppt/notesSlides/notesSlide18.xml" Id="R92aed17d79c04f5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bf15ecd76455d" /><Relationship Type="http://schemas.openxmlformats.org/officeDocument/2006/relationships/notesSlide" Target="/ppt/notesSlides/notesSlide19.xml" Id="R81203969396841e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e9ffec05bb4a56" /><Relationship Type="http://schemas.openxmlformats.org/officeDocument/2006/relationships/notesSlide" Target="/ppt/notesSlides/notesSlide20.xml" Id="R99a2ff9e0d8d478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8cfabaef6d4892" /><Relationship Type="http://schemas.openxmlformats.org/officeDocument/2006/relationships/notesSlide" Target="/ppt/notesSlides/notesSlide21.xml" Id="R77f357fcabc5451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78b90764f49f3" /><Relationship Type="http://schemas.openxmlformats.org/officeDocument/2006/relationships/chart" Target="/ppt/slides/charts/chart11.xml" Id="Re9764e43ecb94f71" /><Relationship Type="http://schemas.openxmlformats.org/officeDocument/2006/relationships/chart" Target="/ppt/slides/charts/chart12.xml" Id="Rb289aea552844145" /><Relationship Type="http://schemas.openxmlformats.org/officeDocument/2006/relationships/notesSlide" Target="/ppt/notesSlides/notesSlide22.xml" Id="Ra61a67098f074c8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9bbfed52004191" /><Relationship Type="http://schemas.openxmlformats.org/officeDocument/2006/relationships/notesSlide" Target="/ppt/notesSlides/notesSlide23.xml" Id="R87d3a7dd0fbf48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ac3b6a35d24e74" /><Relationship Type="http://schemas.openxmlformats.org/officeDocument/2006/relationships/notesSlide" Target="/ppt/notesSlides/notesSlide24.xml" Id="Rd90a250a19c3408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d2ce039e84e00" /><Relationship Type="http://schemas.openxmlformats.org/officeDocument/2006/relationships/notesSlide" Target="/ppt/notesSlides/notesSlide25.xml" Id="Raa36a6b993c348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a08870f7244671" /><Relationship Type="http://schemas.openxmlformats.org/officeDocument/2006/relationships/chart" Target="/ppt/slides/charts/chart13.xml" Id="R18b19ca86a3740e9" /><Relationship Type="http://schemas.openxmlformats.org/officeDocument/2006/relationships/notesSlide" Target="/ppt/notesSlides/notesSlide26.xml" Id="R08783ef8135a478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0c87d05d9d46a6" /><Relationship Type="http://schemas.openxmlformats.org/officeDocument/2006/relationships/notesSlide" Target="/ppt/notesSlides/notesSlide27.xml" Id="Reaefb6c1bf784d4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_rels/chart12.xml.rels><Relationships xmlns="http://schemas.openxmlformats.org/package/2006/relationships"><Relationship Id="rIdChartSnapshot1" Type="http://schemas.openxmlformats.org/officeDocument/2006/relationships/package" Target="../../embeddings/chart-data-snapshot-012.xlsx"/></Relationships>
</file>

<file path=ppt/slides/charts/_rels/chart13.xml.rels><Relationships xmlns="http://schemas.openxmlformats.org/package/2006/relationships"><Relationship Id="rIdChartSnapshot1" Type="http://schemas.openxmlformats.org/officeDocument/2006/relationships/package" Target="../../embeddings/chart-data-snapshot-01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Data'!$B$2:$B$169</c:f>
              <c:numCache>
                <c:formatCode>General</c:formatCode>
                <c:ptCount val="168"/>
                <c:pt idx="0">
                  <c:v>1.8565</c:v>
                </c:pt>
                <c:pt idx="1">
                  <c:v>1.8463</c:v>
                </c:pt>
                <c:pt idx="2">
                  <c:v>1.8353</c:v>
                </c:pt>
                <c:pt idx="3">
                  <c:v>1.8353</c:v>
                </c:pt>
                <c:pt idx="4">
                  <c:v>1.8346</c:v>
                </c:pt>
                <c:pt idx="5">
                  <c:v>1.8357</c:v>
                </c:pt>
                <c:pt idx="6">
                  <c:v>1.8351</c:v>
                </c:pt>
                <c:pt idx="7">
                  <c:v>1.8258</c:v>
                </c:pt>
                <c:pt idx="8">
                  <c:v>1.8248</c:v>
                </c:pt>
                <c:pt idx="9">
                  <c:v>1.8246</c:v>
                </c:pt>
                <c:pt idx="10">
                  <c:v>1.8246</c:v>
                </c:pt>
                <c:pt idx="11">
                  <c:v>1.8142</c:v>
                </c:pt>
                <c:pt idx="12">
                  <c:v>1.8138</c:v>
                </c:pt>
                <c:pt idx="13">
                  <c:v>1.8134</c:v>
                </c:pt>
                <c:pt idx="14">
                  <c:v>1.8026</c:v>
                </c:pt>
                <c:pt idx="15">
                  <c:v>1.8021</c:v>
                </c:pt>
                <c:pt idx="16">
                  <c:v>1.8026</c:v>
                </c:pt>
                <c:pt idx="17">
                  <c:v>1.8031</c:v>
                </c:pt>
                <c:pt idx="18">
                  <c:v>1.8028</c:v>
                </c:pt>
                <c:pt idx="19">
                  <c:v>1.847</c:v>
                </c:pt>
                <c:pt idx="20">
                  <c:v>1.8474</c:v>
                </c:pt>
                <c:pt idx="21">
                  <c:v>1.8362</c:v>
                </c:pt>
                <c:pt idx="22">
                  <c:v>1.8258</c:v>
                </c:pt>
                <c:pt idx="23">
                  <c:v>1.8251</c:v>
                </c:pt>
                <c:pt idx="24">
                  <c:v>1.8256</c:v>
                </c:pt>
                <c:pt idx="25">
                  <c:v>1.814</c:v>
                </c:pt>
                <c:pt idx="26">
                  <c:v>1.8148</c:v>
                </c:pt>
                <c:pt idx="27">
                  <c:v>1.814</c:v>
                </c:pt>
                <c:pt idx="28">
                  <c:v>1.8028</c:v>
                </c:pt>
                <c:pt idx="29">
                  <c:v>1.8041</c:v>
                </c:pt>
                <c:pt idx="30">
                  <c:v>1.8518</c:v>
                </c:pt>
                <c:pt idx="31">
                  <c:v>1.8307</c:v>
                </c:pt>
                <c:pt idx="32">
                  <c:v>1.8199</c:v>
                </c:pt>
                <c:pt idx="33">
                  <c:v>1.8093</c:v>
                </c:pt>
                <c:pt idx="34">
                  <c:v>1.8046</c:v>
                </c:pt>
                <c:pt idx="35">
                  <c:v>1.7994</c:v>
                </c:pt>
                <c:pt idx="36">
                  <c:v>1.7884</c:v>
                </c:pt>
                <c:pt idx="37">
                  <c:v>1.7829</c:v>
                </c:pt>
                <c:pt idx="38">
                  <c:v>1.773</c:v>
                </c:pt>
                <c:pt idx="39">
                  <c:v>1.773</c:v>
                </c:pt>
                <c:pt idx="40">
                  <c:v>1.7679</c:v>
                </c:pt>
                <c:pt idx="41">
                  <c:v>1.7623</c:v>
                </c:pt>
                <c:pt idx="42">
                  <c:v>1.7676</c:v>
                </c:pt>
                <c:pt idx="43">
                  <c:v>1.7627</c:v>
                </c:pt>
                <c:pt idx="44">
                  <c:v>1.7517</c:v>
                </c:pt>
                <c:pt idx="45">
                  <c:v>1.7418</c:v>
                </c:pt>
                <c:pt idx="46">
                  <c:v>1.7361</c:v>
                </c:pt>
                <c:pt idx="47">
                  <c:v>1.7936</c:v>
                </c:pt>
                <c:pt idx="48">
                  <c:v>1.7832</c:v>
                </c:pt>
                <c:pt idx="49">
                  <c:v>1.7674</c:v>
                </c:pt>
                <c:pt idx="50">
                  <c:v>1.757</c:v>
                </c:pt>
                <c:pt idx="51">
                  <c:v>1.7469</c:v>
                </c:pt>
                <c:pt idx="52">
                  <c:v>1.7417</c:v>
                </c:pt>
                <c:pt idx="53">
                  <c:v>1.7364</c:v>
                </c:pt>
                <c:pt idx="54">
                  <c:v>1.7263</c:v>
                </c:pt>
                <c:pt idx="55">
                  <c:v>1.7158</c:v>
                </c:pt>
                <c:pt idx="56">
                  <c:v>1.7105</c:v>
                </c:pt>
                <c:pt idx="57">
                  <c:v>1.706</c:v>
                </c:pt>
                <c:pt idx="58">
                  <c:v>1.7003</c:v>
                </c:pt>
                <c:pt idx="59">
                  <c:v>1.6946</c:v>
                </c:pt>
                <c:pt idx="60">
                  <c:v>1.6849</c:v>
                </c:pt>
                <c:pt idx="61">
                  <c:v>1.6745</c:v>
                </c:pt>
                <c:pt idx="62">
                  <c:v>1.6746</c:v>
                </c:pt>
                <c:pt idx="63">
                  <c:v>1.6637</c:v>
                </c:pt>
                <c:pt idx="64">
                  <c:v>1.659</c:v>
                </c:pt>
                <c:pt idx="65">
                  <c:v>1.6539</c:v>
                </c:pt>
                <c:pt idx="66">
                  <c:v>1.6427</c:v>
                </c:pt>
                <c:pt idx="67">
                  <c:v>1.6379</c:v>
                </c:pt>
                <c:pt idx="68">
                  <c:v>1.6327</c:v>
                </c:pt>
                <c:pt idx="69">
                  <c:v>1.6278</c:v>
                </c:pt>
                <c:pt idx="70">
                  <c:v>1.6221</c:v>
                </c:pt>
                <c:pt idx="71">
                  <c:v>1.6113</c:v>
                </c:pt>
                <c:pt idx="72">
                  <c:v>1.6066</c:v>
                </c:pt>
                <c:pt idx="73">
                  <c:v>1.6015</c:v>
                </c:pt>
                <c:pt idx="74">
                  <c:v>1.5904</c:v>
                </c:pt>
                <c:pt idx="75">
                  <c:v>1.5858</c:v>
                </c:pt>
                <c:pt idx="76">
                  <c:v>1.5849</c:v>
                </c:pt>
                <c:pt idx="77">
                  <c:v>1.5955</c:v>
                </c:pt>
                <c:pt idx="78">
                  <c:v>1.5747</c:v>
                </c:pt>
                <c:pt idx="79">
                  <c:v>1.5649</c:v>
                </c:pt>
                <c:pt idx="80">
                  <c:v>1.5598</c:v>
                </c:pt>
                <c:pt idx="81">
                  <c:v>1.5595</c:v>
                </c:pt>
                <c:pt idx="82">
                  <c:v>1.5547</c:v>
                </c:pt>
                <c:pt idx="83">
                  <c:v>1.5489</c:v>
                </c:pt>
                <c:pt idx="84">
                  <c:v>1.5382</c:v>
                </c:pt>
                <c:pt idx="85">
                  <c:v>1.5279</c:v>
                </c:pt>
                <c:pt idx="86">
                  <c:v>1.5285</c:v>
                </c:pt>
                <c:pt idx="87">
                  <c:v>1.5226</c:v>
                </c:pt>
                <c:pt idx="88">
                  <c:v>1.5175</c:v>
                </c:pt>
                <c:pt idx="89">
                  <c:v>1.6058</c:v>
                </c:pt>
                <c:pt idx="90">
                  <c:v>1.5638</c:v>
                </c:pt>
                <c:pt idx="91">
                  <c:v>1.5481</c:v>
                </c:pt>
                <c:pt idx="92">
                  <c:v>1.5324</c:v>
                </c:pt>
                <c:pt idx="93">
                  <c:v>1.527</c:v>
                </c:pt>
                <c:pt idx="94">
                  <c:v>1.517</c:v>
                </c:pt>
                <c:pt idx="95">
                  <c:v>1.5119</c:v>
                </c:pt>
                <c:pt idx="96">
                  <c:v>1.5066</c:v>
                </c:pt>
                <c:pt idx="97">
                  <c:v>1.5015</c:v>
                </c:pt>
                <c:pt idx="98">
                  <c:v>1.4908</c:v>
                </c:pt>
                <c:pt idx="99">
                  <c:v>1.4859</c:v>
                </c:pt>
                <c:pt idx="100">
                  <c:v>1.4804</c:v>
                </c:pt>
                <c:pt idx="101">
                  <c:v>1.4752</c:v>
                </c:pt>
                <c:pt idx="102">
                  <c:v>1.4859</c:v>
                </c:pt>
                <c:pt idx="103">
                  <c:v>1.4961</c:v>
                </c:pt>
                <c:pt idx="104">
                  <c:v>1.4808</c:v>
                </c:pt>
                <c:pt idx="105">
                  <c:v>1.4698</c:v>
                </c:pt>
                <c:pt idx="106">
                  <c:v>1.4539</c:v>
                </c:pt>
                <c:pt idx="107">
                  <c:v>1.4541</c:v>
                </c:pt>
                <c:pt idx="108">
                  <c:v>1.455</c:v>
                </c:pt>
                <c:pt idx="109">
                  <c:v>1.449</c:v>
                </c:pt>
                <c:pt idx="110">
                  <c:v>1.4387</c:v>
                </c:pt>
                <c:pt idx="111">
                  <c:v>1.4334</c:v>
                </c:pt>
                <c:pt idx="112">
                  <c:v>1.4334</c:v>
                </c:pt>
                <c:pt idx="113">
                  <c:v>1.4281</c:v>
                </c:pt>
                <c:pt idx="114">
                  <c:v>1.4229</c:v>
                </c:pt>
                <c:pt idx="115">
                  <c:v>1.4174</c:v>
                </c:pt>
                <c:pt idx="116">
                  <c:v>1.4124</c:v>
                </c:pt>
                <c:pt idx="117">
                  <c:v>1.4126</c:v>
                </c:pt>
                <c:pt idx="118">
                  <c:v>1.4076</c:v>
                </c:pt>
                <c:pt idx="119">
                  <c:v>1.4334</c:v>
                </c:pt>
                <c:pt idx="120">
                  <c:v>1.4383</c:v>
                </c:pt>
                <c:pt idx="121">
                  <c:v>1.4174</c:v>
                </c:pt>
                <c:pt idx="122">
                  <c:v>1.407</c:v>
                </c:pt>
                <c:pt idx="123">
                  <c:v>1.4012</c:v>
                </c:pt>
                <c:pt idx="124">
                  <c:v>1.3967</c:v>
                </c:pt>
                <c:pt idx="125">
                  <c:v>1.3913</c:v>
                </c:pt>
                <c:pt idx="126">
                  <c:v>1.3862</c:v>
                </c:pt>
                <c:pt idx="127">
                  <c:v>1.3804</c:v>
                </c:pt>
                <c:pt idx="128">
                  <c:v>1.3752</c:v>
                </c:pt>
                <c:pt idx="129">
                  <c:v>1.3705</c:v>
                </c:pt>
                <c:pt idx="130">
                  <c:v>1.3705</c:v>
                </c:pt>
                <c:pt idx="131">
                  <c:v>1.3647</c:v>
                </c:pt>
                <c:pt idx="132">
                  <c:v>1.3754</c:v>
                </c:pt>
                <c:pt idx="133">
                  <c:v>1.3861</c:v>
                </c:pt>
                <c:pt idx="134">
                  <c:v>1.3699</c:v>
                </c:pt>
                <c:pt idx="135">
                  <c:v>1.3648</c:v>
                </c:pt>
                <c:pt idx="136">
                  <c:v>1.3543</c:v>
                </c:pt>
                <c:pt idx="137">
                  <c:v>1.3546</c:v>
                </c:pt>
                <c:pt idx="138">
                  <c:v>1.3547</c:v>
                </c:pt>
                <c:pt idx="139">
                  <c:v>1.3493</c:v>
                </c:pt>
                <c:pt idx="140">
                  <c:v>1.3442</c:v>
                </c:pt>
                <c:pt idx="141">
                  <c:v>1.339</c:v>
                </c:pt>
                <c:pt idx="142">
                  <c:v>1.3389</c:v>
                </c:pt>
                <c:pt idx="143">
                  <c:v>1.334</c:v>
                </c:pt>
                <c:pt idx="144">
                  <c:v>1.3286</c:v>
                </c:pt>
                <c:pt idx="145">
                  <c:v>1.3232</c:v>
                </c:pt>
                <c:pt idx="146">
                  <c:v>1.3182</c:v>
                </c:pt>
                <c:pt idx="147">
                  <c:v>1.3185</c:v>
                </c:pt>
                <c:pt idx="148">
                  <c:v>1.3183</c:v>
                </c:pt>
                <c:pt idx="149">
                  <c:v>1.3239</c:v>
                </c:pt>
                <c:pt idx="150">
                  <c:v>1.3601</c:v>
                </c:pt>
                <c:pt idx="151">
                  <c:v>1.3395</c:v>
                </c:pt>
                <c:pt idx="152">
                  <c:v>1.329</c:v>
                </c:pt>
                <c:pt idx="153">
                  <c:v>1.3237</c:v>
                </c:pt>
                <c:pt idx="154">
                  <c:v>1.3186</c:v>
                </c:pt>
                <c:pt idx="155">
                  <c:v>1.3135</c:v>
                </c:pt>
                <c:pt idx="156">
                  <c:v>1.3132</c:v>
                </c:pt>
                <c:pt idx="157">
                  <c:v>1.3078</c:v>
                </c:pt>
                <c:pt idx="158">
                  <c:v>1.303</c:v>
                </c:pt>
                <c:pt idx="159">
                  <c:v>1.3034</c:v>
                </c:pt>
                <c:pt idx="160">
                  <c:v>1.3034</c:v>
                </c:pt>
                <c:pt idx="161">
                  <c:v>1.2979</c:v>
                </c:pt>
                <c:pt idx="162">
                  <c:v>1.2981</c:v>
                </c:pt>
                <c:pt idx="163">
                  <c:v>1.2935</c:v>
                </c:pt>
                <c:pt idx="164">
                  <c:v>1.288</c:v>
                </c:pt>
                <c:pt idx="165">
                  <c:v>1.2875</c:v>
                </c:pt>
                <c:pt idx="166">
                  <c:v>1.309</c:v>
                </c:pt>
                <c:pt idx="167">
                  <c:v>1.3251</c:v>
                </c:pt>
              </c:numCache>
            </c:numRef>
          </c:val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Data'!$D$2:$D$169</c:f>
              <c:numCache>
                <c:formatCode>General</c:formatCode>
                <c:ptCount val="168"/>
                <c:pt idx="0">
                  <c:v>2.0353</c:v>
                </c:pt>
                <c:pt idx="1">
                  <c:v>2.0251</c:v>
                </c:pt>
                <c:pt idx="2">
                  <c:v>2.0133</c:v>
                </c:pt>
                <c:pt idx="3">
                  <c:v>2.0133</c:v>
                </c:pt>
                <c:pt idx="4">
                  <c:v>2.0005</c:v>
                </c:pt>
                <c:pt idx="5">
                  <c:v>2.0139</c:v>
                </c:pt>
                <c:pt idx="6">
                  <c:v>2.0131</c:v>
                </c:pt>
                <c:pt idx="7">
                  <c:v>1.9688</c:v>
                </c:pt>
                <c:pt idx="8">
                  <c:v>1.9682</c:v>
                </c:pt>
                <c:pt idx="9">
                  <c:v>1.9572</c:v>
                </c:pt>
                <c:pt idx="10">
                  <c:v>1.9456</c:v>
                </c:pt>
                <c:pt idx="11">
                  <c:v>1.9348</c:v>
                </c:pt>
                <c:pt idx="12">
                  <c:v>1.9233</c:v>
                </c:pt>
                <c:pt idx="13">
                  <c:v>1.9119</c:v>
                </c:pt>
                <c:pt idx="14">
                  <c:v>1.9011</c:v>
                </c:pt>
                <c:pt idx="15">
                  <c:v>1.8892</c:v>
                </c:pt>
                <c:pt idx="16">
                  <c:v>1.8783</c:v>
                </c:pt>
                <c:pt idx="17">
                  <c:v>1.8676</c:v>
                </c:pt>
                <c:pt idx="18">
                  <c:v>1.8676</c:v>
                </c:pt>
                <c:pt idx="19">
                  <c:v>1.9796</c:v>
                </c:pt>
                <c:pt idx="20">
                  <c:v>1.9575</c:v>
                </c:pt>
                <c:pt idx="21">
                  <c:v>1.9458</c:v>
                </c:pt>
                <c:pt idx="22">
                  <c:v>1.9242</c:v>
                </c:pt>
                <c:pt idx="23">
                  <c:v>1.946</c:v>
                </c:pt>
                <c:pt idx="24">
                  <c:v>1.9014</c:v>
                </c:pt>
                <c:pt idx="25">
                  <c:v>1.8787</c:v>
                </c:pt>
                <c:pt idx="26">
                  <c:v>1.8683</c:v>
                </c:pt>
                <c:pt idx="27">
                  <c:v>1.856</c:v>
                </c:pt>
                <c:pt idx="28">
                  <c:v>1.8452</c:v>
                </c:pt>
                <c:pt idx="29">
                  <c:v>1.8572</c:v>
                </c:pt>
                <c:pt idx="30">
                  <c:v>1.9248</c:v>
                </c:pt>
                <c:pt idx="31">
                  <c:v>1.8822</c:v>
                </c:pt>
                <c:pt idx="32">
                  <c:v>1.8553</c:v>
                </c:pt>
                <c:pt idx="33">
                  <c:v>1.8393</c:v>
                </c:pt>
                <c:pt idx="34">
                  <c:v>1.8185</c:v>
                </c:pt>
                <c:pt idx="35">
                  <c:v>1.8135</c:v>
                </c:pt>
                <c:pt idx="36">
                  <c:v>1.7971</c:v>
                </c:pt>
                <c:pt idx="37">
                  <c:v>1.781</c:v>
                </c:pt>
                <c:pt idx="38">
                  <c:v>1.771</c:v>
                </c:pt>
                <c:pt idx="39">
                  <c:v>1.7605</c:v>
                </c:pt>
                <c:pt idx="40">
                  <c:v>1.7503</c:v>
                </c:pt>
                <c:pt idx="41">
                  <c:v>1.7395</c:v>
                </c:pt>
                <c:pt idx="42">
                  <c:v>1.7547</c:v>
                </c:pt>
                <c:pt idx="43">
                  <c:v>1.7659</c:v>
                </c:pt>
                <c:pt idx="44">
                  <c:v>1.7338</c:v>
                </c:pt>
                <c:pt idx="45">
                  <c:v>1.7133</c:v>
                </c:pt>
                <c:pt idx="46">
                  <c:v>1.7024</c:v>
                </c:pt>
                <c:pt idx="47">
                  <c:v>1.8237</c:v>
                </c:pt>
                <c:pt idx="48">
                  <c:v>1.8081</c:v>
                </c:pt>
                <c:pt idx="49">
                  <c:v>1.7758</c:v>
                </c:pt>
                <c:pt idx="50">
                  <c:v>1.7447</c:v>
                </c:pt>
                <c:pt idx="51">
                  <c:v>1.7292</c:v>
                </c:pt>
                <c:pt idx="52">
                  <c:v>1.7081</c:v>
                </c:pt>
                <c:pt idx="53">
                  <c:v>1.6976</c:v>
                </c:pt>
                <c:pt idx="54">
                  <c:v>1.6821</c:v>
                </c:pt>
                <c:pt idx="55">
                  <c:v>1.6715</c:v>
                </c:pt>
                <c:pt idx="56">
                  <c:v>1.6608</c:v>
                </c:pt>
                <c:pt idx="57">
                  <c:v>1.6511</c:v>
                </c:pt>
                <c:pt idx="58">
                  <c:v>1.6401</c:v>
                </c:pt>
                <c:pt idx="59">
                  <c:v>1.6292</c:v>
                </c:pt>
                <c:pt idx="60">
                  <c:v>1.6088</c:v>
                </c:pt>
                <c:pt idx="61">
                  <c:v>1.6035</c:v>
                </c:pt>
                <c:pt idx="62">
                  <c:v>1.599</c:v>
                </c:pt>
                <c:pt idx="63">
                  <c:v>1.5876</c:v>
                </c:pt>
                <c:pt idx="64">
                  <c:v>1.583</c:v>
                </c:pt>
                <c:pt idx="65">
                  <c:v>1.5671</c:v>
                </c:pt>
                <c:pt idx="66">
                  <c:v>1.5613</c:v>
                </c:pt>
                <c:pt idx="67">
                  <c:v>1.5512</c:v>
                </c:pt>
                <c:pt idx="68">
                  <c:v>1.5407</c:v>
                </c:pt>
                <c:pt idx="69">
                  <c:v>1.5253</c:v>
                </c:pt>
                <c:pt idx="70">
                  <c:v>1.5302</c:v>
                </c:pt>
                <c:pt idx="71">
                  <c:v>1.5247</c:v>
                </c:pt>
                <c:pt idx="72">
                  <c:v>1.5145</c:v>
                </c:pt>
                <c:pt idx="73">
                  <c:v>1.5094</c:v>
                </c:pt>
                <c:pt idx="74">
                  <c:v>1.504</c:v>
                </c:pt>
                <c:pt idx="75">
                  <c:v>1.4935</c:v>
                </c:pt>
                <c:pt idx="76">
                  <c:v>1.4876</c:v>
                </c:pt>
                <c:pt idx="77">
                  <c:v>1.5303</c:v>
                </c:pt>
                <c:pt idx="78">
                  <c:v>1.5041</c:v>
                </c:pt>
                <c:pt idx="79">
                  <c:v>1.4888</c:v>
                </c:pt>
                <c:pt idx="80">
                  <c:v>1.4783</c:v>
                </c:pt>
                <c:pt idx="81">
                  <c:v>1.4785</c:v>
                </c:pt>
                <c:pt idx="82">
                  <c:v>1.4732</c:v>
                </c:pt>
                <c:pt idx="83">
                  <c:v>1.4675</c:v>
                </c:pt>
                <c:pt idx="84">
                  <c:v>1.4516</c:v>
                </c:pt>
                <c:pt idx="85">
                  <c:v>1.4519</c:v>
                </c:pt>
                <c:pt idx="86">
                  <c:v>1.4471</c:v>
                </c:pt>
                <c:pt idx="87">
                  <c:v>1.4469</c:v>
                </c:pt>
                <c:pt idx="88">
                  <c:v>1.4417</c:v>
                </c:pt>
                <c:pt idx="89">
                  <c:v>1.5936</c:v>
                </c:pt>
                <c:pt idx="90">
                  <c:v>1.5464</c:v>
                </c:pt>
                <c:pt idx="91">
                  <c:v>1.5147</c:v>
                </c:pt>
                <c:pt idx="92">
                  <c:v>1.499</c:v>
                </c:pt>
                <c:pt idx="93">
                  <c:v>1.4831</c:v>
                </c:pt>
                <c:pt idx="94">
                  <c:v>1.473</c:v>
                </c:pt>
                <c:pt idx="95">
                  <c:v>1.4628</c:v>
                </c:pt>
                <c:pt idx="96">
                  <c:v>1.4518</c:v>
                </c:pt>
                <c:pt idx="97">
                  <c:v>1.4469</c:v>
                </c:pt>
                <c:pt idx="98">
                  <c:v>1.4414</c:v>
                </c:pt>
                <c:pt idx="99">
                  <c:v>1.4312</c:v>
                </c:pt>
                <c:pt idx="100">
                  <c:v>1.426</c:v>
                </c:pt>
                <c:pt idx="101">
                  <c:v>1.4205</c:v>
                </c:pt>
                <c:pt idx="102">
                  <c:v>1.4207</c:v>
                </c:pt>
                <c:pt idx="103">
                  <c:v>1.4523</c:v>
                </c:pt>
                <c:pt idx="104">
                  <c:v>1.4316</c:v>
                </c:pt>
                <c:pt idx="105">
                  <c:v>1.415</c:v>
                </c:pt>
                <c:pt idx="106">
                  <c:v>1.4097</c:v>
                </c:pt>
                <c:pt idx="107">
                  <c:v>1.4049</c:v>
                </c:pt>
                <c:pt idx="108">
                  <c:v>1.3952</c:v>
                </c:pt>
                <c:pt idx="109">
                  <c:v>1.3945</c:v>
                </c:pt>
                <c:pt idx="110">
                  <c:v>1.3893</c:v>
                </c:pt>
                <c:pt idx="111">
                  <c:v>1.3838</c:v>
                </c:pt>
                <c:pt idx="112">
                  <c:v>1.3737</c:v>
                </c:pt>
                <c:pt idx="113">
                  <c:v>1.3786</c:v>
                </c:pt>
                <c:pt idx="114">
                  <c:v>1.3738</c:v>
                </c:pt>
                <c:pt idx="115">
                  <c:v>1.3683</c:v>
                </c:pt>
                <c:pt idx="116">
                  <c:v>1.3633</c:v>
                </c:pt>
                <c:pt idx="117">
                  <c:v>1.3581</c:v>
                </c:pt>
                <c:pt idx="118">
                  <c:v>1.3533</c:v>
                </c:pt>
                <c:pt idx="119">
                  <c:v>1.3842</c:v>
                </c:pt>
                <c:pt idx="120">
                  <c:v>1.4051</c:v>
                </c:pt>
                <c:pt idx="121">
                  <c:v>1.3787</c:v>
                </c:pt>
                <c:pt idx="122">
                  <c:v>1.3683</c:v>
                </c:pt>
                <c:pt idx="123">
                  <c:v>1.3573</c:v>
                </c:pt>
                <c:pt idx="124">
                  <c:v>1.3525</c:v>
                </c:pt>
                <c:pt idx="125">
                  <c:v>1.3474</c:v>
                </c:pt>
                <c:pt idx="126">
                  <c:v>1.337</c:v>
                </c:pt>
                <c:pt idx="127">
                  <c:v>1.3312</c:v>
                </c:pt>
                <c:pt idx="128">
                  <c:v>1.3259</c:v>
                </c:pt>
                <c:pt idx="129">
                  <c:v>1.3216</c:v>
                </c:pt>
                <c:pt idx="130">
                  <c:v>1.3212</c:v>
                </c:pt>
                <c:pt idx="131">
                  <c:v>1.3156</c:v>
                </c:pt>
                <c:pt idx="132">
                  <c:v>1.3209</c:v>
                </c:pt>
                <c:pt idx="133">
                  <c:v>1.3474</c:v>
                </c:pt>
                <c:pt idx="134">
                  <c:v>1.326</c:v>
                </c:pt>
                <c:pt idx="135">
                  <c:v>1.3101</c:v>
                </c:pt>
                <c:pt idx="136">
                  <c:v>1.3052</c:v>
                </c:pt>
                <c:pt idx="137">
                  <c:v>1.3004</c:v>
                </c:pt>
                <c:pt idx="138">
                  <c:v>1.3002</c:v>
                </c:pt>
                <c:pt idx="139">
                  <c:v>1.2895</c:v>
                </c:pt>
                <c:pt idx="140">
                  <c:v>1.2793</c:v>
                </c:pt>
                <c:pt idx="141">
                  <c:v>1.2792</c:v>
                </c:pt>
                <c:pt idx="142">
                  <c:v>1.274</c:v>
                </c:pt>
                <c:pt idx="143">
                  <c:v>1.2741</c:v>
                </c:pt>
                <c:pt idx="144">
                  <c:v>1.2638</c:v>
                </c:pt>
                <c:pt idx="145">
                  <c:v>1.2581</c:v>
                </c:pt>
                <c:pt idx="146">
                  <c:v>1.2533</c:v>
                </c:pt>
                <c:pt idx="147">
                  <c:v>1.2532</c:v>
                </c:pt>
                <c:pt idx="148">
                  <c:v>1.2481</c:v>
                </c:pt>
                <c:pt idx="149">
                  <c:v>1.2534</c:v>
                </c:pt>
                <c:pt idx="150">
                  <c:v>1.2898</c:v>
                </c:pt>
                <c:pt idx="151">
                  <c:v>1.2635</c:v>
                </c:pt>
                <c:pt idx="152">
                  <c:v>1.248</c:v>
                </c:pt>
                <c:pt idx="153">
                  <c:v>1.2321</c:v>
                </c:pt>
                <c:pt idx="154">
                  <c:v>1.2271</c:v>
                </c:pt>
                <c:pt idx="155">
                  <c:v>1.2217</c:v>
                </c:pt>
                <c:pt idx="156">
                  <c:v>1.2111</c:v>
                </c:pt>
                <c:pt idx="157">
                  <c:v>1.2056</c:v>
                </c:pt>
                <c:pt idx="158">
                  <c:v>1.2009</c:v>
                </c:pt>
                <c:pt idx="159">
                  <c:v>1.1906</c:v>
                </c:pt>
                <c:pt idx="160">
                  <c:v>1.1852</c:v>
                </c:pt>
                <c:pt idx="161">
                  <c:v>1.1797</c:v>
                </c:pt>
                <c:pt idx="162">
                  <c:v>1.1746</c:v>
                </c:pt>
                <c:pt idx="163">
                  <c:v>1.1538</c:v>
                </c:pt>
                <c:pt idx="164">
                  <c:v>1.1644</c:v>
                </c:pt>
                <c:pt idx="165">
                  <c:v>1.1588</c:v>
                </c:pt>
                <c:pt idx="166">
                  <c:v>1.175</c:v>
                </c:pt>
                <c:pt idx="167">
                  <c:v>1.1857</c:v>
                </c:pt>
              </c:numCache>
            </c:numRef>
          </c:val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Data'!$E$2:$E$169</c:f>
              <c:numCache>
                <c:formatCode>General</c:formatCode>
                <c:ptCount val="16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</c:numCache>
            </c:numRef>
          </c:cat>
          <c:val>
            <c:numRef>
              <c:f>'Chart Data'!$F$2:$F$169</c:f>
              <c:numCache>
                <c:formatCode>General</c:formatCode>
                <c:ptCount val="168"/>
                <c:pt idx="0">
                  <c:v>1.8911</c:v>
                </c:pt>
                <c:pt idx="1">
                  <c:v>1.8806</c:v>
                </c:pt>
                <c:pt idx="2">
                  <c:v>1.8807</c:v>
                </c:pt>
                <c:pt idx="3">
                  <c:v>1.8808</c:v>
                </c:pt>
                <c:pt idx="4">
                  <c:v>1.8795</c:v>
                </c:pt>
                <c:pt idx="5">
                  <c:v>1.8807</c:v>
                </c:pt>
                <c:pt idx="6">
                  <c:v>1.8799</c:v>
                </c:pt>
                <c:pt idx="7">
                  <c:v>1.8815</c:v>
                </c:pt>
                <c:pt idx="8">
                  <c:v>1.8697</c:v>
                </c:pt>
                <c:pt idx="9">
                  <c:v>1.8701</c:v>
                </c:pt>
                <c:pt idx="10">
                  <c:v>1.87</c:v>
                </c:pt>
                <c:pt idx="11">
                  <c:v>1.8597</c:v>
                </c:pt>
                <c:pt idx="12">
                  <c:v>1.8591</c:v>
                </c:pt>
                <c:pt idx="13">
                  <c:v>1.859</c:v>
                </c:pt>
                <c:pt idx="14">
                  <c:v>1.8594</c:v>
                </c:pt>
                <c:pt idx="15">
                  <c:v>1.8587</c:v>
                </c:pt>
                <c:pt idx="16">
                  <c:v>1.8478</c:v>
                </c:pt>
                <c:pt idx="17">
                  <c:v>1.8485</c:v>
                </c:pt>
                <c:pt idx="18">
                  <c:v>1.8484</c:v>
                </c:pt>
                <c:pt idx="19">
                  <c:v>1.8808</c:v>
                </c:pt>
                <c:pt idx="20">
                  <c:v>1.8815</c:v>
                </c:pt>
                <c:pt idx="21">
                  <c:v>1.8811</c:v>
                </c:pt>
                <c:pt idx="22">
                  <c:v>1.871</c:v>
                </c:pt>
                <c:pt idx="23">
                  <c:v>1.8702</c:v>
                </c:pt>
                <c:pt idx="24">
                  <c:v>1.8707</c:v>
                </c:pt>
                <c:pt idx="25">
                  <c:v>1.8596</c:v>
                </c:pt>
                <c:pt idx="26">
                  <c:v>1.86</c:v>
                </c:pt>
                <c:pt idx="27">
                  <c:v>1.8592</c:v>
                </c:pt>
                <c:pt idx="28">
                  <c:v>1.8481</c:v>
                </c:pt>
                <c:pt idx="29">
                  <c:v>1.8492</c:v>
                </c:pt>
                <c:pt idx="30">
                  <c:v>1.8835</c:v>
                </c:pt>
                <c:pt idx="31">
                  <c:v>1.8628</c:v>
                </c:pt>
                <c:pt idx="32">
                  <c:v>1.8521</c:v>
                </c:pt>
                <c:pt idx="33">
                  <c:v>1.847</c:v>
                </c:pt>
                <c:pt idx="34">
                  <c:v>1.8368</c:v>
                </c:pt>
                <c:pt idx="35">
                  <c:v>1.8372</c:v>
                </c:pt>
                <c:pt idx="36">
                  <c:v>1.8317</c:v>
                </c:pt>
                <c:pt idx="37">
                  <c:v>1.8211</c:v>
                </c:pt>
                <c:pt idx="38">
                  <c:v>1.8165</c:v>
                </c:pt>
                <c:pt idx="39">
                  <c:v>1.8114</c:v>
                </c:pt>
                <c:pt idx="40">
                  <c:v>1.8116</c:v>
                </c:pt>
                <c:pt idx="41">
                  <c:v>1.8061</c:v>
                </c:pt>
                <c:pt idx="42">
                  <c:v>1.8132</c:v>
                </c:pt>
                <c:pt idx="43">
                  <c:v>1.8063</c:v>
                </c:pt>
                <c:pt idx="44">
                  <c:v>1.7958</c:v>
                </c:pt>
                <c:pt idx="45">
                  <c:v>1.7859</c:v>
                </c:pt>
                <c:pt idx="46">
                  <c:v>1.7803</c:v>
                </c:pt>
                <c:pt idx="47">
                  <c:v>1.8151</c:v>
                </c:pt>
                <c:pt idx="48">
                  <c:v>1.8157</c:v>
                </c:pt>
                <c:pt idx="49">
                  <c:v>1.8002</c:v>
                </c:pt>
                <c:pt idx="50">
                  <c:v>1.7904</c:v>
                </c:pt>
                <c:pt idx="51">
                  <c:v>1.7803</c:v>
                </c:pt>
                <c:pt idx="52">
                  <c:v>1.7753</c:v>
                </c:pt>
                <c:pt idx="53">
                  <c:v>1.7703</c:v>
                </c:pt>
                <c:pt idx="54">
                  <c:v>1.7601</c:v>
                </c:pt>
                <c:pt idx="55">
                  <c:v>1.7496</c:v>
                </c:pt>
                <c:pt idx="56">
                  <c:v>1.7497</c:v>
                </c:pt>
                <c:pt idx="57">
                  <c:v>1.745</c:v>
                </c:pt>
                <c:pt idx="58">
                  <c:v>1.7396</c:v>
                </c:pt>
                <c:pt idx="59">
                  <c:v>1.7286</c:v>
                </c:pt>
                <c:pt idx="60">
                  <c:v>1.7239</c:v>
                </c:pt>
                <c:pt idx="61">
                  <c:v>1.714</c:v>
                </c:pt>
                <c:pt idx="62">
                  <c:v>1.714</c:v>
                </c:pt>
                <c:pt idx="63">
                  <c:v>1.7037</c:v>
                </c:pt>
                <c:pt idx="64">
                  <c:v>1.704</c:v>
                </c:pt>
                <c:pt idx="65">
                  <c:v>1.6936</c:v>
                </c:pt>
                <c:pt idx="66">
                  <c:v>1.6877</c:v>
                </c:pt>
                <c:pt idx="67">
                  <c:v>1.6831</c:v>
                </c:pt>
                <c:pt idx="68">
                  <c:v>1.6779</c:v>
                </c:pt>
                <c:pt idx="69">
                  <c:v>1.6732</c:v>
                </c:pt>
                <c:pt idx="70">
                  <c:v>1.6674</c:v>
                </c:pt>
                <c:pt idx="71">
                  <c:v>1.6623</c:v>
                </c:pt>
                <c:pt idx="72">
                  <c:v>1.6574</c:v>
                </c:pt>
                <c:pt idx="73">
                  <c:v>1.6525</c:v>
                </c:pt>
                <c:pt idx="74">
                  <c:v>1.6472</c:v>
                </c:pt>
                <c:pt idx="75">
                  <c:v>1.6364</c:v>
                </c:pt>
                <c:pt idx="76">
                  <c:v>1.6363</c:v>
                </c:pt>
                <c:pt idx="77">
                  <c:v>1.6411</c:v>
                </c:pt>
                <c:pt idx="78">
                  <c:v>1.6316</c:v>
                </c:pt>
                <c:pt idx="79">
                  <c:v>1.6212</c:v>
                </c:pt>
                <c:pt idx="80">
                  <c:v>1.6164</c:v>
                </c:pt>
                <c:pt idx="81">
                  <c:v>1.6158</c:v>
                </c:pt>
                <c:pt idx="82">
                  <c:v>1.6167</c:v>
                </c:pt>
                <c:pt idx="83">
                  <c:v>1.6109</c:v>
                </c:pt>
                <c:pt idx="84">
                  <c:v>1.6007</c:v>
                </c:pt>
                <c:pt idx="85">
                  <c:v>1.5959</c:v>
                </c:pt>
                <c:pt idx="86">
                  <c:v>1.5962</c:v>
                </c:pt>
                <c:pt idx="87">
                  <c:v>1.5958</c:v>
                </c:pt>
                <c:pt idx="88">
                  <c:v>1.5907</c:v>
                </c:pt>
                <c:pt idx="89">
                  <c:v>1.6888</c:v>
                </c:pt>
                <c:pt idx="90">
                  <c:v>1.626</c:v>
                </c:pt>
                <c:pt idx="91">
                  <c:v>1.6157</c:v>
                </c:pt>
                <c:pt idx="92">
                  <c:v>1.6057</c:v>
                </c:pt>
                <c:pt idx="93">
                  <c:v>1.595</c:v>
                </c:pt>
                <c:pt idx="94">
                  <c:v>1.5904</c:v>
                </c:pt>
                <c:pt idx="95">
                  <c:v>1.5854</c:v>
                </c:pt>
                <c:pt idx="96">
                  <c:v>1.58</c:v>
                </c:pt>
                <c:pt idx="97">
                  <c:v>1.5752</c:v>
                </c:pt>
                <c:pt idx="98">
                  <c:v>1.5698</c:v>
                </c:pt>
                <c:pt idx="99">
                  <c:v>1.5703</c:v>
                </c:pt>
                <c:pt idx="100">
                  <c:v>1.5652</c:v>
                </c:pt>
                <c:pt idx="101">
                  <c:v>1.5596</c:v>
                </c:pt>
                <c:pt idx="102">
                  <c:v>1.565</c:v>
                </c:pt>
                <c:pt idx="103">
                  <c:v>1.575</c:v>
                </c:pt>
                <c:pt idx="104">
                  <c:v>1.5653</c:v>
                </c:pt>
                <c:pt idx="105">
                  <c:v>1.5598</c:v>
                </c:pt>
                <c:pt idx="106">
                  <c:v>1.5499</c:v>
                </c:pt>
                <c:pt idx="107">
                  <c:v>1.5439</c:v>
                </c:pt>
                <c:pt idx="108">
                  <c:v>1.545</c:v>
                </c:pt>
                <c:pt idx="109">
                  <c:v>1.5446</c:v>
                </c:pt>
                <c:pt idx="110">
                  <c:v>1.5343</c:v>
                </c:pt>
                <c:pt idx="111">
                  <c:v>1.5288</c:v>
                </c:pt>
                <c:pt idx="112">
                  <c:v>1.5289</c:v>
                </c:pt>
                <c:pt idx="113">
                  <c:v>1.5291</c:v>
                </c:pt>
                <c:pt idx="114">
                  <c:v>1.5239</c:v>
                </c:pt>
                <c:pt idx="115">
                  <c:v>1.5187</c:v>
                </c:pt>
                <c:pt idx="116">
                  <c:v>1.5136</c:v>
                </c:pt>
                <c:pt idx="117">
                  <c:v>1.5136</c:v>
                </c:pt>
                <c:pt idx="118">
                  <c:v>1.5139</c:v>
                </c:pt>
                <c:pt idx="119">
                  <c:v>1.534</c:v>
                </c:pt>
                <c:pt idx="120">
                  <c:v>1.5391</c:v>
                </c:pt>
                <c:pt idx="121">
                  <c:v>1.5236</c:v>
                </c:pt>
                <c:pt idx="122">
                  <c:v>1.5136</c:v>
                </c:pt>
                <c:pt idx="123">
                  <c:v>1.5078</c:v>
                </c:pt>
                <c:pt idx="124">
                  <c:v>1.5032</c:v>
                </c:pt>
                <c:pt idx="125">
                  <c:v>1.4978</c:v>
                </c:pt>
                <c:pt idx="126">
                  <c:v>1.4928</c:v>
                </c:pt>
                <c:pt idx="127">
                  <c:v>1.4924</c:v>
                </c:pt>
                <c:pt idx="128">
                  <c:v>1.4875</c:v>
                </c:pt>
                <c:pt idx="129">
                  <c:v>1.4825</c:v>
                </c:pt>
                <c:pt idx="130">
                  <c:v>1.4828</c:v>
                </c:pt>
                <c:pt idx="131">
                  <c:v>1.477</c:v>
                </c:pt>
                <c:pt idx="132">
                  <c:v>1.4819</c:v>
                </c:pt>
                <c:pt idx="133">
                  <c:v>1.4981</c:v>
                </c:pt>
                <c:pt idx="134">
                  <c:v>1.4821</c:v>
                </c:pt>
                <c:pt idx="135">
                  <c:v>1.4771</c:v>
                </c:pt>
                <c:pt idx="136">
                  <c:v>1.4721</c:v>
                </c:pt>
                <c:pt idx="137">
                  <c:v>1.4722</c:v>
                </c:pt>
                <c:pt idx="138">
                  <c:v>1.467</c:v>
                </c:pt>
                <c:pt idx="139">
                  <c:v>1.4618</c:v>
                </c:pt>
                <c:pt idx="140">
                  <c:v>1.4567</c:v>
                </c:pt>
                <c:pt idx="141">
                  <c:v>1.4514</c:v>
                </c:pt>
                <c:pt idx="142">
                  <c:v>1.4516</c:v>
                </c:pt>
                <c:pt idx="143">
                  <c:v>1.4468</c:v>
                </c:pt>
                <c:pt idx="144">
                  <c:v>1.4468</c:v>
                </c:pt>
                <c:pt idx="145">
                  <c:v>1.4414</c:v>
                </c:pt>
                <c:pt idx="146">
                  <c:v>1.4362</c:v>
                </c:pt>
                <c:pt idx="147">
                  <c:v>1.4368</c:v>
                </c:pt>
                <c:pt idx="148">
                  <c:v>1.4363</c:v>
                </c:pt>
                <c:pt idx="149">
                  <c:v>1.4419</c:v>
                </c:pt>
                <c:pt idx="150">
                  <c:v>1.4672</c:v>
                </c:pt>
                <c:pt idx="151">
                  <c:v>1.4519</c:v>
                </c:pt>
                <c:pt idx="152">
                  <c:v>1.4471</c:v>
                </c:pt>
                <c:pt idx="153">
                  <c:v>1.4418</c:v>
                </c:pt>
                <c:pt idx="154">
                  <c:v>1.4316</c:v>
                </c:pt>
                <c:pt idx="155">
                  <c:v>1.4318</c:v>
                </c:pt>
                <c:pt idx="156">
                  <c:v>1.4263</c:v>
                </c:pt>
                <c:pt idx="157">
                  <c:v>1.4261</c:v>
                </c:pt>
                <c:pt idx="158">
                  <c:v>1.4213</c:v>
                </c:pt>
                <c:pt idx="159">
                  <c:v>1.4163</c:v>
                </c:pt>
                <c:pt idx="160">
                  <c:v>1.4166</c:v>
                </c:pt>
                <c:pt idx="161">
                  <c:v>1.4108</c:v>
                </c:pt>
                <c:pt idx="162">
                  <c:v>1.411</c:v>
                </c:pt>
                <c:pt idx="163">
                  <c:v>1.4062</c:v>
                </c:pt>
                <c:pt idx="164">
                  <c:v>1.4063</c:v>
                </c:pt>
                <c:pt idx="165">
                  <c:v>1.4005</c:v>
                </c:pt>
                <c:pt idx="166">
                  <c:v>1.4218</c:v>
                </c:pt>
                <c:pt idx="167">
                  <c:v>1.4325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Data'!$A$2:$A$133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Data'!$B$2:$B$133</c:f>
              <c:numCache>
                <c:formatCode>General</c:formatCode>
                <c:ptCount val="132"/>
                <c:pt idx="0">
                  <c:v>1.855</c:v>
                </c:pt>
                <c:pt idx="1">
                  <c:v>1.8432</c:v>
                </c:pt>
                <c:pt idx="2">
                  <c:v>1.8396</c:v>
                </c:pt>
                <c:pt idx="3">
                  <c:v>1.8307</c:v>
                </c:pt>
                <c:pt idx="4">
                  <c:v>1.8327</c:v>
                </c:pt>
                <c:pt idx="5">
                  <c:v>1.8285</c:v>
                </c:pt>
                <c:pt idx="6">
                  <c:v>1.8212</c:v>
                </c:pt>
                <c:pt idx="7">
                  <c:v>1.8152</c:v>
                </c:pt>
                <c:pt idx="8">
                  <c:v>1.8043</c:v>
                </c:pt>
                <c:pt idx="9">
                  <c:v>1.8231</c:v>
                </c:pt>
                <c:pt idx="10">
                  <c:v>1.8121</c:v>
                </c:pt>
                <c:pt idx="11">
                  <c:v>1.8047</c:v>
                </c:pt>
                <c:pt idx="12">
                  <c:v>1.7908</c:v>
                </c:pt>
                <c:pt idx="13">
                  <c:v>1.7835</c:v>
                </c:pt>
                <c:pt idx="14">
                  <c:v>1.7809</c:v>
                </c:pt>
                <c:pt idx="15">
                  <c:v>1.7712</c:v>
                </c:pt>
                <c:pt idx="16">
                  <c:v>1.7686</c:v>
                </c:pt>
                <c:pt idx="17">
                  <c:v>1.7536</c:v>
                </c:pt>
                <c:pt idx="18">
                  <c:v>1.7462</c:v>
                </c:pt>
                <c:pt idx="19">
                  <c:v>1.7377</c:v>
                </c:pt>
                <c:pt idx="20">
                  <c:v>1.7315</c:v>
                </c:pt>
                <c:pt idx="21">
                  <c:v>1.7086</c:v>
                </c:pt>
                <c:pt idx="22">
                  <c:v>1.7115</c:v>
                </c:pt>
                <c:pt idx="23">
                  <c:v>1.7075</c:v>
                </c:pt>
                <c:pt idx="24">
                  <c:v>1.7492</c:v>
                </c:pt>
                <c:pt idx="25">
                  <c:v>1.7328</c:v>
                </c:pt>
                <c:pt idx="26">
                  <c:v>1.7222</c:v>
                </c:pt>
                <c:pt idx="27">
                  <c:v>1.7118</c:v>
                </c:pt>
                <c:pt idx="28">
                  <c:v>1.6993</c:v>
                </c:pt>
                <c:pt idx="29">
                  <c:v>1.694</c:v>
                </c:pt>
                <c:pt idx="30">
                  <c:v>1.6819</c:v>
                </c:pt>
                <c:pt idx="31">
                  <c:v>1.677</c:v>
                </c:pt>
                <c:pt idx="32">
                  <c:v>1.6655</c:v>
                </c:pt>
                <c:pt idx="33">
                  <c:v>1.6572</c:v>
                </c:pt>
                <c:pt idx="34">
                  <c:v>1.6482</c:v>
                </c:pt>
                <c:pt idx="35">
                  <c:v>1.6388</c:v>
                </c:pt>
                <c:pt idx="36">
                  <c:v>1.6276</c:v>
                </c:pt>
                <c:pt idx="37">
                  <c:v>1.6222</c:v>
                </c:pt>
                <c:pt idx="38">
                  <c:v>1.614</c:v>
                </c:pt>
                <c:pt idx="39">
                  <c:v>1.6761</c:v>
                </c:pt>
                <c:pt idx="40">
                  <c:v>1.6493</c:v>
                </c:pt>
                <c:pt idx="41">
                  <c:v>1.6324</c:v>
                </c:pt>
                <c:pt idx="42">
                  <c:v>1.6164</c:v>
                </c:pt>
                <c:pt idx="43">
                  <c:v>1.6109</c:v>
                </c:pt>
                <c:pt idx="44">
                  <c:v>1.5955</c:v>
                </c:pt>
                <c:pt idx="45">
                  <c:v>1.7267</c:v>
                </c:pt>
                <c:pt idx="46">
                  <c:v>1.7166</c:v>
                </c:pt>
                <c:pt idx="47">
                  <c:v>1.6958</c:v>
                </c:pt>
                <c:pt idx="48">
                  <c:v>1.6778</c:v>
                </c:pt>
                <c:pt idx="49">
                  <c:v>1.6607</c:v>
                </c:pt>
                <c:pt idx="50">
                  <c:v>1.6664</c:v>
                </c:pt>
                <c:pt idx="51">
                  <c:v>1.6468</c:v>
                </c:pt>
                <c:pt idx="52">
                  <c:v>1.6258</c:v>
                </c:pt>
                <c:pt idx="53">
                  <c:v>1.6122</c:v>
                </c:pt>
                <c:pt idx="54">
                  <c:v>1.6057</c:v>
                </c:pt>
                <c:pt idx="55">
                  <c:v>1.6736</c:v>
                </c:pt>
                <c:pt idx="56">
                  <c:v>1.6404</c:v>
                </c:pt>
                <c:pt idx="57">
                  <c:v>1.6133</c:v>
                </c:pt>
                <c:pt idx="58">
                  <c:v>1.5921</c:v>
                </c:pt>
                <c:pt idx="59">
                  <c:v>1.5866</c:v>
                </c:pt>
                <c:pt idx="60">
                  <c:v>1.5801</c:v>
                </c:pt>
                <c:pt idx="61">
                  <c:v>1.5642</c:v>
                </c:pt>
                <c:pt idx="62">
                  <c:v>1.5556</c:v>
                </c:pt>
                <c:pt idx="63">
                  <c:v>1.5402</c:v>
                </c:pt>
                <c:pt idx="64">
                  <c:v>1.5322</c:v>
                </c:pt>
                <c:pt idx="65">
                  <c:v>1.5316</c:v>
                </c:pt>
                <c:pt idx="66">
                  <c:v>1.5223</c:v>
                </c:pt>
                <c:pt idx="67">
                  <c:v>1.5065</c:v>
                </c:pt>
                <c:pt idx="68">
                  <c:v>1.5014</c:v>
                </c:pt>
                <c:pt idx="69">
                  <c:v>1.4964</c:v>
                </c:pt>
                <c:pt idx="70">
                  <c:v>1.5334</c:v>
                </c:pt>
                <c:pt idx="71">
                  <c:v>1.5238</c:v>
                </c:pt>
                <c:pt idx="72">
                  <c:v>1.5012</c:v>
                </c:pt>
                <c:pt idx="73">
                  <c:v>1.4924</c:v>
                </c:pt>
                <c:pt idx="74">
                  <c:v>1.4833</c:v>
                </c:pt>
                <c:pt idx="75">
                  <c:v>1.4807</c:v>
                </c:pt>
                <c:pt idx="76">
                  <c:v>1.4735</c:v>
                </c:pt>
                <c:pt idx="77">
                  <c:v>1.468</c:v>
                </c:pt>
                <c:pt idx="78">
                  <c:v>1.4581</c:v>
                </c:pt>
                <c:pt idx="79">
                  <c:v>1.4479</c:v>
                </c:pt>
                <c:pt idx="80">
                  <c:v>1.4528</c:v>
                </c:pt>
                <c:pt idx="81">
                  <c:v>1.4425</c:v>
                </c:pt>
                <c:pt idx="82">
                  <c:v>1.4393</c:v>
                </c:pt>
                <c:pt idx="83">
                  <c:v>1.4286</c:v>
                </c:pt>
                <c:pt idx="84">
                  <c:v>1.4249</c:v>
                </c:pt>
                <c:pt idx="85">
                  <c:v>1.4698</c:v>
                </c:pt>
                <c:pt idx="86">
                  <c:v>1.4526</c:v>
                </c:pt>
                <c:pt idx="87">
                  <c:v>1.4428</c:v>
                </c:pt>
                <c:pt idx="88">
                  <c:v>1.4284</c:v>
                </c:pt>
                <c:pt idx="89">
                  <c:v>1.4155</c:v>
                </c:pt>
                <c:pt idx="90">
                  <c:v>1.4546</c:v>
                </c:pt>
                <c:pt idx="91">
                  <c:v>1.4283</c:v>
                </c:pt>
                <c:pt idx="92">
                  <c:v>1.4197</c:v>
                </c:pt>
                <c:pt idx="93">
                  <c:v>1.4156</c:v>
                </c:pt>
                <c:pt idx="94">
                  <c:v>1.4057</c:v>
                </c:pt>
                <c:pt idx="95">
                  <c:v>1.4084</c:v>
                </c:pt>
                <c:pt idx="96">
                  <c:v>1.3969</c:v>
                </c:pt>
                <c:pt idx="97">
                  <c:v>1.3936</c:v>
                </c:pt>
                <c:pt idx="98">
                  <c:v>1.3894</c:v>
                </c:pt>
                <c:pt idx="99">
                  <c:v>1.3786</c:v>
                </c:pt>
                <c:pt idx="100">
                  <c:v>1.3849</c:v>
                </c:pt>
                <c:pt idx="101">
                  <c:v>1.3703</c:v>
                </c:pt>
                <c:pt idx="102">
                  <c:v>1.3733</c:v>
                </c:pt>
                <c:pt idx="103">
                  <c:v>1.3679</c:v>
                </c:pt>
                <c:pt idx="104">
                  <c:v>1.3567</c:v>
                </c:pt>
                <c:pt idx="105">
                  <c:v>1.4604</c:v>
                </c:pt>
                <c:pt idx="106">
                  <c:v>1.4501</c:v>
                </c:pt>
                <c:pt idx="107">
                  <c:v>1.4381</c:v>
                </c:pt>
                <c:pt idx="108">
                  <c:v>1.4284</c:v>
                </c:pt>
                <c:pt idx="109">
                  <c:v>1.4148</c:v>
                </c:pt>
                <c:pt idx="110">
                  <c:v>1.4139</c:v>
                </c:pt>
                <c:pt idx="111">
                  <c:v>1.3989</c:v>
                </c:pt>
                <c:pt idx="112">
                  <c:v>1.3953</c:v>
                </c:pt>
                <c:pt idx="113">
                  <c:v>1.39</c:v>
                </c:pt>
                <c:pt idx="114">
                  <c:v>1.386</c:v>
                </c:pt>
                <c:pt idx="115">
                  <c:v>1.3882</c:v>
                </c:pt>
                <c:pt idx="116">
                  <c:v>1.3762</c:v>
                </c:pt>
                <c:pt idx="117">
                  <c:v>1.3647</c:v>
                </c:pt>
                <c:pt idx="118">
                  <c:v>1.359</c:v>
                </c:pt>
                <c:pt idx="119">
                  <c:v>1.3462</c:v>
                </c:pt>
                <c:pt idx="120">
                  <c:v>1.4268</c:v>
                </c:pt>
                <c:pt idx="121">
                  <c:v>1.4064</c:v>
                </c:pt>
                <c:pt idx="122">
                  <c:v>1.3935</c:v>
                </c:pt>
                <c:pt idx="123">
                  <c:v>1.3882</c:v>
                </c:pt>
                <c:pt idx="124">
                  <c:v>1.3702</c:v>
                </c:pt>
                <c:pt idx="125">
                  <c:v>1.3797</c:v>
                </c:pt>
                <c:pt idx="126">
                  <c:v>1.3687</c:v>
                </c:pt>
                <c:pt idx="127">
                  <c:v>1.3627</c:v>
                </c:pt>
                <c:pt idx="128">
                  <c:v>1.3634</c:v>
                </c:pt>
                <c:pt idx="129">
                  <c:v>1.3519</c:v>
                </c:pt>
                <c:pt idx="130">
                  <c:v>1.3548</c:v>
                </c:pt>
                <c:pt idx="131">
                  <c:v>1.3411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Data'!$B$2:$B$133</c:f>
              <c:numCache>
                <c:formatCode>General</c:formatCode>
                <c:ptCount val="132"/>
                <c:pt idx="0">
                  <c:v>100</c:v>
                </c:pt>
                <c:pt idx="1">
                  <c:v>99.450579</c:v>
                </c:pt>
                <c:pt idx="2">
                  <c:v>98.858066</c:v>
                </c:pt>
                <c:pt idx="3">
                  <c:v>98.858066</c:v>
                </c:pt>
                <c:pt idx="4">
                  <c:v>98.820361</c:v>
                </c:pt>
                <c:pt idx="5">
                  <c:v>98.879612</c:v>
                </c:pt>
                <c:pt idx="6">
                  <c:v>98.847293</c:v>
                </c:pt>
                <c:pt idx="7">
                  <c:v>98.346351</c:v>
                </c:pt>
                <c:pt idx="8">
                  <c:v>98.292486</c:v>
                </c:pt>
                <c:pt idx="9">
                  <c:v>98.281713</c:v>
                </c:pt>
                <c:pt idx="10">
                  <c:v>98.281713</c:v>
                </c:pt>
                <c:pt idx="11">
                  <c:v>97.721519</c:v>
                </c:pt>
                <c:pt idx="12">
                  <c:v>97.699973</c:v>
                </c:pt>
                <c:pt idx="13">
                  <c:v>97.678427</c:v>
                </c:pt>
                <c:pt idx="14">
                  <c:v>97.096687</c:v>
                </c:pt>
                <c:pt idx="15">
                  <c:v>97.069755</c:v>
                </c:pt>
                <c:pt idx="16">
                  <c:v>97.096687</c:v>
                </c:pt>
                <c:pt idx="17">
                  <c:v>97.12362</c:v>
                </c:pt>
                <c:pt idx="18">
                  <c:v>97.10746</c:v>
                </c:pt>
                <c:pt idx="19">
                  <c:v>99.488284</c:v>
                </c:pt>
                <c:pt idx="20">
                  <c:v>99.50983</c:v>
                </c:pt>
                <c:pt idx="21">
                  <c:v>98.906545</c:v>
                </c:pt>
                <c:pt idx="22">
                  <c:v>98.346351</c:v>
                </c:pt>
                <c:pt idx="23">
                  <c:v>98.308645</c:v>
                </c:pt>
                <c:pt idx="24">
                  <c:v>98.335578</c:v>
                </c:pt>
                <c:pt idx="25">
                  <c:v>97.710746</c:v>
                </c:pt>
                <c:pt idx="26">
                  <c:v>97.753838</c:v>
                </c:pt>
                <c:pt idx="27">
                  <c:v>97.710746</c:v>
                </c:pt>
                <c:pt idx="28">
                  <c:v>97.10746</c:v>
                </c:pt>
                <c:pt idx="29">
                  <c:v>97.177485</c:v>
                </c:pt>
                <c:pt idx="30">
                  <c:v>99.746835</c:v>
                </c:pt>
                <c:pt idx="31">
                  <c:v>98.610288</c:v>
                </c:pt>
                <c:pt idx="32">
                  <c:v>98.028548</c:v>
                </c:pt>
                <c:pt idx="33">
                  <c:v>97.457581</c:v>
                </c:pt>
                <c:pt idx="34">
                  <c:v>97.204417</c:v>
                </c:pt>
                <c:pt idx="35">
                  <c:v>96.92432</c:v>
                </c:pt>
                <c:pt idx="36">
                  <c:v>96.331807</c:v>
                </c:pt>
                <c:pt idx="37">
                  <c:v>96.035551</c:v>
                </c:pt>
                <c:pt idx="38">
                  <c:v>95.502289</c:v>
                </c:pt>
                <c:pt idx="39">
                  <c:v>95.502289</c:v>
                </c:pt>
                <c:pt idx="40">
                  <c:v>95.227579</c:v>
                </c:pt>
                <c:pt idx="41">
                  <c:v>94.925936</c:v>
                </c:pt>
                <c:pt idx="42">
                  <c:v>95.211419</c:v>
                </c:pt>
                <c:pt idx="43">
                  <c:v>94.947482</c:v>
                </c:pt>
                <c:pt idx="44">
                  <c:v>94.354969</c:v>
                </c:pt>
                <c:pt idx="45">
                  <c:v>93.821708</c:v>
                </c:pt>
                <c:pt idx="46">
                  <c:v>93.514678</c:v>
                </c:pt>
                <c:pt idx="47">
                  <c:v>96.611904</c:v>
                </c:pt>
                <c:pt idx="48">
                  <c:v>96.05171</c:v>
                </c:pt>
                <c:pt idx="49">
                  <c:v>95.200646</c:v>
                </c:pt>
                <c:pt idx="50">
                  <c:v>94.640452</c:v>
                </c:pt>
                <c:pt idx="51">
                  <c:v>94.096418</c:v>
                </c:pt>
                <c:pt idx="52">
                  <c:v>93.816321</c:v>
                </c:pt>
                <c:pt idx="53">
                  <c:v>93.530838</c:v>
                </c:pt>
                <c:pt idx="54">
                  <c:v>92.986803</c:v>
                </c:pt>
                <c:pt idx="55">
                  <c:v>92.421223</c:v>
                </c:pt>
                <c:pt idx="56">
                  <c:v>92.135739</c:v>
                </c:pt>
                <c:pt idx="57">
                  <c:v>91.893348</c:v>
                </c:pt>
                <c:pt idx="58">
                  <c:v>91.586318</c:v>
                </c:pt>
                <c:pt idx="59">
                  <c:v>91.279289</c:v>
                </c:pt>
                <c:pt idx="60">
                  <c:v>90.7568</c:v>
                </c:pt>
                <c:pt idx="61">
                  <c:v>90.196607</c:v>
                </c:pt>
                <c:pt idx="62">
                  <c:v>90.201993</c:v>
                </c:pt>
                <c:pt idx="63">
                  <c:v>89.614867</c:v>
                </c:pt>
                <c:pt idx="64">
                  <c:v>89.361702</c:v>
                </c:pt>
                <c:pt idx="65">
                  <c:v>89.086992</c:v>
                </c:pt>
                <c:pt idx="66">
                  <c:v>88.483706</c:v>
                </c:pt>
                <c:pt idx="67">
                  <c:v>88.225155</c:v>
                </c:pt>
                <c:pt idx="68">
                  <c:v>87.945058</c:v>
                </c:pt>
                <c:pt idx="69">
                  <c:v>87.68112</c:v>
                </c:pt>
                <c:pt idx="70">
                  <c:v>87.374091</c:v>
                </c:pt>
                <c:pt idx="71">
                  <c:v>86.792351</c:v>
                </c:pt>
                <c:pt idx="72">
                  <c:v>86.539187</c:v>
                </c:pt>
                <c:pt idx="73">
                  <c:v>86.264476</c:v>
                </c:pt>
                <c:pt idx="74">
                  <c:v>85.666577</c:v>
                </c:pt>
                <c:pt idx="75">
                  <c:v>85.418799</c:v>
                </c:pt>
                <c:pt idx="76">
                  <c:v>85.37032</c:v>
                </c:pt>
                <c:pt idx="77">
                  <c:v>85.941287</c:v>
                </c:pt>
                <c:pt idx="78">
                  <c:v>84.8209</c:v>
                </c:pt>
                <c:pt idx="79">
                  <c:v>84.293025</c:v>
                </c:pt>
                <c:pt idx="80">
                  <c:v>84.018314</c:v>
                </c:pt>
                <c:pt idx="81">
                  <c:v>84.002155</c:v>
                </c:pt>
                <c:pt idx="82">
                  <c:v>83.743604</c:v>
                </c:pt>
                <c:pt idx="83">
                  <c:v>83.431188</c:v>
                </c:pt>
                <c:pt idx="84">
                  <c:v>82.854834</c:v>
                </c:pt>
                <c:pt idx="85">
                  <c:v>82.300027</c:v>
                </c:pt>
                <c:pt idx="86">
                  <c:v>82.332346</c:v>
                </c:pt>
                <c:pt idx="87">
                  <c:v>82.014543</c:v>
                </c:pt>
                <c:pt idx="88">
                  <c:v>81.739833</c:v>
                </c:pt>
                <c:pt idx="89">
                  <c:v>86.496095</c:v>
                </c:pt>
                <c:pt idx="90">
                  <c:v>84.233773</c:v>
                </c:pt>
                <c:pt idx="91">
                  <c:v>83.388096</c:v>
                </c:pt>
                <c:pt idx="92">
                  <c:v>82.542419</c:v>
                </c:pt>
                <c:pt idx="93">
                  <c:v>82.251549</c:v>
                </c:pt>
                <c:pt idx="94">
                  <c:v>81.712901</c:v>
                </c:pt>
                <c:pt idx="95">
                  <c:v>81.43819</c:v>
                </c:pt>
                <c:pt idx="96">
                  <c:v>81.152707</c:v>
                </c:pt>
                <c:pt idx="97">
                  <c:v>80.877996</c:v>
                </c:pt>
                <c:pt idx="98">
                  <c:v>80.301643</c:v>
                </c:pt>
                <c:pt idx="99">
                  <c:v>80.037705</c:v>
                </c:pt>
                <c:pt idx="100">
                  <c:v>79.741449</c:v>
                </c:pt>
                <c:pt idx="101">
                  <c:v>79.461352</c:v>
                </c:pt>
                <c:pt idx="102">
                  <c:v>80.037705</c:v>
                </c:pt>
                <c:pt idx="103">
                  <c:v>80.587126</c:v>
                </c:pt>
                <c:pt idx="104">
                  <c:v>79.762995</c:v>
                </c:pt>
                <c:pt idx="105">
                  <c:v>79.170482</c:v>
                </c:pt>
                <c:pt idx="106">
                  <c:v>78.314032</c:v>
                </c:pt>
                <c:pt idx="107">
                  <c:v>78.324805</c:v>
                </c:pt>
                <c:pt idx="108">
                  <c:v>78.373283</c:v>
                </c:pt>
                <c:pt idx="109">
                  <c:v>78.050094</c:v>
                </c:pt>
                <c:pt idx="110">
                  <c:v>77.495287</c:v>
                </c:pt>
                <c:pt idx="111">
                  <c:v>77.209803</c:v>
                </c:pt>
                <c:pt idx="112">
                  <c:v>77.209803</c:v>
                </c:pt>
                <c:pt idx="113">
                  <c:v>76.92432</c:v>
                </c:pt>
                <c:pt idx="114">
                  <c:v>76.644223</c:v>
                </c:pt>
                <c:pt idx="115">
                  <c:v>76.347967</c:v>
                </c:pt>
                <c:pt idx="116">
                  <c:v>76.078643</c:v>
                </c:pt>
                <c:pt idx="117">
                  <c:v>76.089416</c:v>
                </c:pt>
                <c:pt idx="118">
                  <c:v>75.820092</c:v>
                </c:pt>
                <c:pt idx="119">
                  <c:v>77.209803</c:v>
                </c:pt>
                <c:pt idx="120">
                  <c:v>77.473741</c:v>
                </c:pt>
                <c:pt idx="121">
                  <c:v>76.347967</c:v>
                </c:pt>
                <c:pt idx="122">
                  <c:v>75.787773</c:v>
                </c:pt>
                <c:pt idx="123">
                  <c:v>75.475357</c:v>
                </c:pt>
                <c:pt idx="124">
                  <c:v>75.232965</c:v>
                </c:pt>
                <c:pt idx="125">
                  <c:v>74.942095</c:v>
                </c:pt>
                <c:pt idx="126">
                  <c:v>74.667385</c:v>
                </c:pt>
                <c:pt idx="127">
                  <c:v>74.354969</c:v>
                </c:pt>
                <c:pt idx="128">
                  <c:v>74.074872</c:v>
                </c:pt>
                <c:pt idx="129">
                  <c:v>73.821708</c:v>
                </c:pt>
                <c:pt idx="130">
                  <c:v>73.821708</c:v>
                </c:pt>
                <c:pt idx="131">
                  <c:v>73.509292</c:v>
                </c:pt>
              </c:numCache>
            </c:numRef>
          </c:val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Data'!$D$2:$D$133</c:f>
              <c:numCache>
                <c:formatCode>General</c:formatCode>
                <c:ptCount val="132"/>
                <c:pt idx="0">
                  <c:v>100</c:v>
                </c:pt>
                <c:pt idx="1">
                  <c:v>99.498845</c:v>
                </c:pt>
                <c:pt idx="2">
                  <c:v>98.919078</c:v>
                </c:pt>
                <c:pt idx="3">
                  <c:v>98.919078</c:v>
                </c:pt>
                <c:pt idx="4">
                  <c:v>98.290178</c:v>
                </c:pt>
                <c:pt idx="5">
                  <c:v>98.948558</c:v>
                </c:pt>
                <c:pt idx="6">
                  <c:v>98.909252</c:v>
                </c:pt>
                <c:pt idx="7">
                  <c:v>96.732668</c:v>
                </c:pt>
                <c:pt idx="8">
                  <c:v>96.703189</c:v>
                </c:pt>
                <c:pt idx="9">
                  <c:v>96.162728</c:v>
                </c:pt>
                <c:pt idx="10">
                  <c:v>95.592787</c:v>
                </c:pt>
                <c:pt idx="11">
                  <c:v>95.062153</c:v>
                </c:pt>
                <c:pt idx="12">
                  <c:v>94.497126</c:v>
                </c:pt>
                <c:pt idx="13">
                  <c:v>93.937012</c:v>
                </c:pt>
                <c:pt idx="14">
                  <c:v>93.406377</c:v>
                </c:pt>
                <c:pt idx="15">
                  <c:v>92.821697</c:v>
                </c:pt>
                <c:pt idx="16">
                  <c:v>92.286149</c:v>
                </c:pt>
                <c:pt idx="17">
                  <c:v>91.760428</c:v>
                </c:pt>
                <c:pt idx="18">
                  <c:v>91.760428</c:v>
                </c:pt>
                <c:pt idx="19">
                  <c:v>97.263303</c:v>
                </c:pt>
                <c:pt idx="20">
                  <c:v>96.177468</c:v>
                </c:pt>
                <c:pt idx="21">
                  <c:v>95.602614</c:v>
                </c:pt>
                <c:pt idx="22">
                  <c:v>94.541345</c:v>
                </c:pt>
                <c:pt idx="23">
                  <c:v>95.61244</c:v>
                </c:pt>
                <c:pt idx="24">
                  <c:v>93.421117</c:v>
                </c:pt>
                <c:pt idx="25">
                  <c:v>92.305803</c:v>
                </c:pt>
                <c:pt idx="26">
                  <c:v>91.794821</c:v>
                </c:pt>
                <c:pt idx="27">
                  <c:v>91.190488</c:v>
                </c:pt>
                <c:pt idx="28">
                  <c:v>90.659854</c:v>
                </c:pt>
                <c:pt idx="29">
                  <c:v>91.249447</c:v>
                </c:pt>
                <c:pt idx="30">
                  <c:v>94.570825</c:v>
                </c:pt>
                <c:pt idx="31">
                  <c:v>92.477767</c:v>
                </c:pt>
                <c:pt idx="32">
                  <c:v>91.156095</c:v>
                </c:pt>
                <c:pt idx="33">
                  <c:v>90.36997</c:v>
                </c:pt>
                <c:pt idx="34">
                  <c:v>89.348008</c:v>
                </c:pt>
                <c:pt idx="35">
                  <c:v>89.102344</c:v>
                </c:pt>
                <c:pt idx="36">
                  <c:v>88.296566</c:v>
                </c:pt>
                <c:pt idx="37">
                  <c:v>87.505527</c:v>
                </c:pt>
                <c:pt idx="38">
                  <c:v>87.014199</c:v>
                </c:pt>
                <c:pt idx="39">
                  <c:v>86.498305</c:v>
                </c:pt>
                <c:pt idx="40">
                  <c:v>85.99715</c:v>
                </c:pt>
                <c:pt idx="41">
                  <c:v>85.466516</c:v>
                </c:pt>
                <c:pt idx="42">
                  <c:v>86.213335</c:v>
                </c:pt>
                <c:pt idx="43">
                  <c:v>86.763622</c:v>
                </c:pt>
                <c:pt idx="44">
                  <c:v>85.186459</c:v>
                </c:pt>
                <c:pt idx="45">
                  <c:v>84.179236</c:v>
                </c:pt>
                <c:pt idx="46">
                  <c:v>83.643689</c:v>
                </c:pt>
                <c:pt idx="47">
                  <c:v>89.603498</c:v>
                </c:pt>
                <c:pt idx="48">
                  <c:v>88.837026</c:v>
                </c:pt>
                <c:pt idx="49">
                  <c:v>87.250037</c:v>
                </c:pt>
                <c:pt idx="50">
                  <c:v>85.722007</c:v>
                </c:pt>
                <c:pt idx="51">
                  <c:v>84.960448</c:v>
                </c:pt>
                <c:pt idx="52">
                  <c:v>83.923746</c:v>
                </c:pt>
                <c:pt idx="53">
                  <c:v>83.407851</c:v>
                </c:pt>
                <c:pt idx="54">
                  <c:v>82.646293</c:v>
                </c:pt>
                <c:pt idx="55">
                  <c:v>82.125485</c:v>
                </c:pt>
                <c:pt idx="56">
                  <c:v>81.599764</c:v>
                </c:pt>
                <c:pt idx="57">
                  <c:v>81.123176</c:v>
                </c:pt>
                <c:pt idx="58">
                  <c:v>80.582715</c:v>
                </c:pt>
                <c:pt idx="59">
                  <c:v>80.047167</c:v>
                </c:pt>
                <c:pt idx="60">
                  <c:v>79.044858</c:v>
                </c:pt>
                <c:pt idx="61">
                  <c:v>78.784454</c:v>
                </c:pt>
                <c:pt idx="62">
                  <c:v>78.563357</c:v>
                </c:pt>
                <c:pt idx="63">
                  <c:v>78.003243</c:v>
                </c:pt>
                <c:pt idx="64">
                  <c:v>77.777232</c:v>
                </c:pt>
                <c:pt idx="65">
                  <c:v>76.99602</c:v>
                </c:pt>
                <c:pt idx="66">
                  <c:v>76.71105</c:v>
                </c:pt>
                <c:pt idx="67">
                  <c:v>76.214809</c:v>
                </c:pt>
                <c:pt idx="68">
                  <c:v>75.698914</c:v>
                </c:pt>
                <c:pt idx="69">
                  <c:v>74.942269</c:v>
                </c:pt>
                <c:pt idx="70">
                  <c:v>75.18302</c:v>
                </c:pt>
                <c:pt idx="71">
                  <c:v>74.912789</c:v>
                </c:pt>
                <c:pt idx="72">
                  <c:v>74.411635</c:v>
                </c:pt>
                <c:pt idx="73">
                  <c:v>74.161057</c:v>
                </c:pt>
                <c:pt idx="74">
                  <c:v>73.89574</c:v>
                </c:pt>
                <c:pt idx="75">
                  <c:v>73.379846</c:v>
                </c:pt>
                <c:pt idx="76">
                  <c:v>73.089962</c:v>
                </c:pt>
                <c:pt idx="77">
                  <c:v>75.187933</c:v>
                </c:pt>
                <c:pt idx="78">
                  <c:v>73.900653</c:v>
                </c:pt>
                <c:pt idx="79">
                  <c:v>73.148922</c:v>
                </c:pt>
                <c:pt idx="80">
                  <c:v>72.633027</c:v>
                </c:pt>
                <c:pt idx="81">
                  <c:v>72.642854</c:v>
                </c:pt>
                <c:pt idx="82">
                  <c:v>72.38245</c:v>
                </c:pt>
                <c:pt idx="83">
                  <c:v>72.102393</c:v>
                </c:pt>
                <c:pt idx="84">
                  <c:v>71.321181</c:v>
                </c:pt>
                <c:pt idx="85">
                  <c:v>71.335921</c:v>
                </c:pt>
                <c:pt idx="86">
                  <c:v>71.100084</c:v>
                </c:pt>
                <c:pt idx="87">
                  <c:v>71.090257</c:v>
                </c:pt>
                <c:pt idx="88">
                  <c:v>70.834766</c:v>
                </c:pt>
                <c:pt idx="89">
                  <c:v>78.29804</c:v>
                </c:pt>
                <c:pt idx="90">
                  <c:v>75.978971</c:v>
                </c:pt>
                <c:pt idx="91">
                  <c:v>74.421461</c:v>
                </c:pt>
                <c:pt idx="92">
                  <c:v>73.650076</c:v>
                </c:pt>
                <c:pt idx="93">
                  <c:v>72.868865</c:v>
                </c:pt>
                <c:pt idx="94">
                  <c:v>72.372623</c:v>
                </c:pt>
                <c:pt idx="95">
                  <c:v>71.871469</c:v>
                </c:pt>
                <c:pt idx="96">
                  <c:v>71.331008</c:v>
                </c:pt>
                <c:pt idx="97">
                  <c:v>71.090257</c:v>
                </c:pt>
                <c:pt idx="98">
                  <c:v>70.820027</c:v>
                </c:pt>
                <c:pt idx="99">
                  <c:v>70.318872</c:v>
                </c:pt>
                <c:pt idx="100">
                  <c:v>70.063381</c:v>
                </c:pt>
                <c:pt idx="101">
                  <c:v>69.793151</c:v>
                </c:pt>
                <c:pt idx="102">
                  <c:v>69.802977</c:v>
                </c:pt>
                <c:pt idx="103">
                  <c:v>71.355574</c:v>
                </c:pt>
                <c:pt idx="104">
                  <c:v>70.338525</c:v>
                </c:pt>
                <c:pt idx="105">
                  <c:v>69.52292</c:v>
                </c:pt>
                <c:pt idx="106">
                  <c:v>69.262517</c:v>
                </c:pt>
                <c:pt idx="107">
                  <c:v>69.026679</c:v>
                </c:pt>
                <c:pt idx="108">
                  <c:v>68.550091</c:v>
                </c:pt>
                <c:pt idx="109">
                  <c:v>68.515698</c:v>
                </c:pt>
                <c:pt idx="110">
                  <c:v>68.260207</c:v>
                </c:pt>
                <c:pt idx="111">
                  <c:v>67.989977</c:v>
                </c:pt>
                <c:pt idx="112">
                  <c:v>67.493736</c:v>
                </c:pt>
                <c:pt idx="113">
                  <c:v>67.734486</c:v>
                </c:pt>
                <c:pt idx="114">
                  <c:v>67.498649</c:v>
                </c:pt>
                <c:pt idx="115">
                  <c:v>67.228418</c:v>
                </c:pt>
                <c:pt idx="116">
                  <c:v>66.982754</c:v>
                </c:pt>
                <c:pt idx="117">
                  <c:v>66.727264</c:v>
                </c:pt>
                <c:pt idx="118">
                  <c:v>66.491426</c:v>
                </c:pt>
                <c:pt idx="119">
                  <c:v>68.00963</c:v>
                </c:pt>
                <c:pt idx="120">
                  <c:v>69.036506</c:v>
                </c:pt>
                <c:pt idx="121">
                  <c:v>67.7394</c:v>
                </c:pt>
                <c:pt idx="122">
                  <c:v>67.228418</c:v>
                </c:pt>
                <c:pt idx="123">
                  <c:v>66.687958</c:v>
                </c:pt>
                <c:pt idx="124">
                  <c:v>66.45212</c:v>
                </c:pt>
                <c:pt idx="125">
                  <c:v>66.201543</c:v>
                </c:pt>
                <c:pt idx="126">
                  <c:v>65.690562</c:v>
                </c:pt>
                <c:pt idx="127">
                  <c:v>65.405591</c:v>
                </c:pt>
                <c:pt idx="128">
                  <c:v>65.145187</c:v>
                </c:pt>
                <c:pt idx="129">
                  <c:v>64.933916</c:v>
                </c:pt>
                <c:pt idx="130">
                  <c:v>64.914263</c:v>
                </c:pt>
                <c:pt idx="131">
                  <c:v>64.63912</c:v>
                </c:pt>
              </c:numCache>
            </c:numRef>
          </c:val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Data'!$F$2:$F$133</c:f>
              <c:numCache>
                <c:formatCode>General</c:formatCode>
                <c:ptCount val="132"/>
                <c:pt idx="0">
                  <c:v>100</c:v>
                </c:pt>
                <c:pt idx="1">
                  <c:v>99.444768</c:v>
                </c:pt>
                <c:pt idx="2">
                  <c:v>99.450056</c:v>
                </c:pt>
                <c:pt idx="3">
                  <c:v>99.455343</c:v>
                </c:pt>
                <c:pt idx="4">
                  <c:v>99.3866</c:v>
                </c:pt>
                <c:pt idx="5">
                  <c:v>99.450056</c:v>
                </c:pt>
                <c:pt idx="6">
                  <c:v>99.407752</c:v>
                </c:pt>
                <c:pt idx="7">
                  <c:v>99.492359</c:v>
                </c:pt>
                <c:pt idx="8">
                  <c:v>98.868383</c:v>
                </c:pt>
                <c:pt idx="9">
                  <c:v>98.889535</c:v>
                </c:pt>
                <c:pt idx="10">
                  <c:v>98.884247</c:v>
                </c:pt>
                <c:pt idx="11">
                  <c:v>98.339591</c:v>
                </c:pt>
                <c:pt idx="12">
                  <c:v>98.307863</c:v>
                </c:pt>
                <c:pt idx="13">
                  <c:v>98.302575</c:v>
                </c:pt>
                <c:pt idx="14">
                  <c:v>98.323727</c:v>
                </c:pt>
                <c:pt idx="15">
                  <c:v>98.286711</c:v>
                </c:pt>
                <c:pt idx="16">
                  <c:v>97.710327</c:v>
                </c:pt>
                <c:pt idx="17">
                  <c:v>97.747343</c:v>
                </c:pt>
                <c:pt idx="18">
                  <c:v>97.742055</c:v>
                </c:pt>
                <c:pt idx="19">
                  <c:v>99.455343</c:v>
                </c:pt>
                <c:pt idx="20">
                  <c:v>99.492359</c:v>
                </c:pt>
                <c:pt idx="21">
                  <c:v>99.471207</c:v>
                </c:pt>
                <c:pt idx="22">
                  <c:v>98.937127</c:v>
                </c:pt>
                <c:pt idx="23">
                  <c:v>98.894823</c:v>
                </c:pt>
                <c:pt idx="24">
                  <c:v>98.921263</c:v>
                </c:pt>
                <c:pt idx="25">
                  <c:v>98.334303</c:v>
                </c:pt>
                <c:pt idx="26">
                  <c:v>98.355454</c:v>
                </c:pt>
                <c:pt idx="27">
                  <c:v>98.313151</c:v>
                </c:pt>
                <c:pt idx="28">
                  <c:v>97.726191</c:v>
                </c:pt>
                <c:pt idx="29">
                  <c:v>97.784358</c:v>
                </c:pt>
                <c:pt idx="30">
                  <c:v>99.598117</c:v>
                </c:pt>
                <c:pt idx="31">
                  <c:v>98.503516</c:v>
                </c:pt>
                <c:pt idx="32">
                  <c:v>97.937708</c:v>
                </c:pt>
                <c:pt idx="33">
                  <c:v>97.668024</c:v>
                </c:pt>
                <c:pt idx="34">
                  <c:v>97.128655</c:v>
                </c:pt>
                <c:pt idx="35">
                  <c:v>97.149807</c:v>
                </c:pt>
                <c:pt idx="36">
                  <c:v>96.858971</c:v>
                </c:pt>
                <c:pt idx="37">
                  <c:v>96.298451</c:v>
                </c:pt>
                <c:pt idx="38">
                  <c:v>96.055206</c:v>
                </c:pt>
                <c:pt idx="39">
                  <c:v>95.785522</c:v>
                </c:pt>
                <c:pt idx="40">
                  <c:v>95.796098</c:v>
                </c:pt>
                <c:pt idx="41">
                  <c:v>95.505261</c:v>
                </c:pt>
                <c:pt idx="42">
                  <c:v>95.880704</c:v>
                </c:pt>
                <c:pt idx="43">
                  <c:v>95.515837</c:v>
                </c:pt>
                <c:pt idx="44">
                  <c:v>94.960605</c:v>
                </c:pt>
                <c:pt idx="45">
                  <c:v>94.4371</c:v>
                </c:pt>
                <c:pt idx="46">
                  <c:v>94.140976</c:v>
                </c:pt>
                <c:pt idx="47">
                  <c:v>95.981175</c:v>
                </c:pt>
                <c:pt idx="48">
                  <c:v>96.012903</c:v>
                </c:pt>
                <c:pt idx="49">
                  <c:v>95.193274</c:v>
                </c:pt>
                <c:pt idx="50">
                  <c:v>94.675057</c:v>
                </c:pt>
                <c:pt idx="51">
                  <c:v>94.140976</c:v>
                </c:pt>
                <c:pt idx="52">
                  <c:v>93.87658</c:v>
                </c:pt>
                <c:pt idx="53">
                  <c:v>93.612183</c:v>
                </c:pt>
                <c:pt idx="54">
                  <c:v>93.072815</c:v>
                </c:pt>
                <c:pt idx="55">
                  <c:v>92.517582</c:v>
                </c:pt>
                <c:pt idx="56">
                  <c:v>92.52287</c:v>
                </c:pt>
                <c:pt idx="57">
                  <c:v>92.274338</c:v>
                </c:pt>
                <c:pt idx="58">
                  <c:v>91.98879</c:v>
                </c:pt>
                <c:pt idx="59">
                  <c:v>91.407118</c:v>
                </c:pt>
                <c:pt idx="60">
                  <c:v>91.158585</c:v>
                </c:pt>
                <c:pt idx="61">
                  <c:v>90.63508</c:v>
                </c:pt>
                <c:pt idx="62">
                  <c:v>90.63508</c:v>
                </c:pt>
                <c:pt idx="63">
                  <c:v>90.090424</c:v>
                </c:pt>
                <c:pt idx="64">
                  <c:v>90.106287</c:v>
                </c:pt>
                <c:pt idx="65">
                  <c:v>89.556343</c:v>
                </c:pt>
                <c:pt idx="66">
                  <c:v>89.244355</c:v>
                </c:pt>
                <c:pt idx="67">
                  <c:v>89.00111</c:v>
                </c:pt>
                <c:pt idx="68">
                  <c:v>88.726138</c:v>
                </c:pt>
                <c:pt idx="69">
                  <c:v>88.477606</c:v>
                </c:pt>
                <c:pt idx="70">
                  <c:v>88.170906</c:v>
                </c:pt>
                <c:pt idx="71">
                  <c:v>87.901222</c:v>
                </c:pt>
                <c:pt idx="72">
                  <c:v>87.642113</c:v>
                </c:pt>
                <c:pt idx="73">
                  <c:v>87.383005</c:v>
                </c:pt>
                <c:pt idx="74">
                  <c:v>87.102744</c:v>
                </c:pt>
                <c:pt idx="75">
                  <c:v>86.531648</c:v>
                </c:pt>
                <c:pt idx="76">
                  <c:v>86.52636</c:v>
                </c:pt>
                <c:pt idx="77">
                  <c:v>86.780181</c:v>
                </c:pt>
                <c:pt idx="78">
                  <c:v>86.277828</c:v>
                </c:pt>
                <c:pt idx="79">
                  <c:v>85.727883</c:v>
                </c:pt>
                <c:pt idx="80">
                  <c:v>85.474063</c:v>
                </c:pt>
                <c:pt idx="81">
                  <c:v>85.442335</c:v>
                </c:pt>
                <c:pt idx="82">
                  <c:v>85.489926</c:v>
                </c:pt>
                <c:pt idx="83">
                  <c:v>85.183227</c:v>
                </c:pt>
                <c:pt idx="84">
                  <c:v>84.643858</c:v>
                </c:pt>
                <c:pt idx="85">
                  <c:v>84.390038</c:v>
                </c:pt>
                <c:pt idx="86">
                  <c:v>84.405901</c:v>
                </c:pt>
                <c:pt idx="87">
                  <c:v>84.38475</c:v>
                </c:pt>
                <c:pt idx="88">
                  <c:v>84.115065</c:v>
                </c:pt>
                <c:pt idx="89">
                  <c:v>89.302522</c:v>
                </c:pt>
                <c:pt idx="90">
                  <c:v>85.981704</c:v>
                </c:pt>
                <c:pt idx="91">
                  <c:v>85.437047</c:v>
                </c:pt>
                <c:pt idx="92">
                  <c:v>84.908254</c:v>
                </c:pt>
                <c:pt idx="93">
                  <c:v>84.342446</c:v>
                </c:pt>
                <c:pt idx="94">
                  <c:v>84.099202</c:v>
                </c:pt>
                <c:pt idx="95">
                  <c:v>83.834805</c:v>
                </c:pt>
                <c:pt idx="96">
                  <c:v>83.549257</c:v>
                </c:pt>
                <c:pt idx="97">
                  <c:v>83.295437</c:v>
                </c:pt>
                <c:pt idx="98">
                  <c:v>83.009888</c:v>
                </c:pt>
                <c:pt idx="99">
                  <c:v>83.036328</c:v>
                </c:pt>
                <c:pt idx="100">
                  <c:v>82.766644</c:v>
                </c:pt>
                <c:pt idx="101">
                  <c:v>82.47052</c:v>
                </c:pt>
                <c:pt idx="102">
                  <c:v>82.756068</c:v>
                </c:pt>
                <c:pt idx="103">
                  <c:v>83.284861</c:v>
                </c:pt>
                <c:pt idx="104">
                  <c:v>82.771932</c:v>
                </c:pt>
                <c:pt idx="105">
                  <c:v>82.481096</c:v>
                </c:pt>
                <c:pt idx="106">
                  <c:v>81.957591</c:v>
                </c:pt>
                <c:pt idx="107">
                  <c:v>81.640315</c:v>
                </c:pt>
                <c:pt idx="108">
                  <c:v>81.698482</c:v>
                </c:pt>
                <c:pt idx="109">
                  <c:v>81.677331</c:v>
                </c:pt>
                <c:pt idx="110">
                  <c:v>81.132674</c:v>
                </c:pt>
                <c:pt idx="111">
                  <c:v>80.841838</c:v>
                </c:pt>
                <c:pt idx="112">
                  <c:v>80.847126</c:v>
                </c:pt>
                <c:pt idx="113">
                  <c:v>80.857702</c:v>
                </c:pt>
                <c:pt idx="114">
                  <c:v>80.58273</c:v>
                </c:pt>
                <c:pt idx="115">
                  <c:v>80.307757</c:v>
                </c:pt>
                <c:pt idx="116">
                  <c:v>80.038073</c:v>
                </c:pt>
                <c:pt idx="117">
                  <c:v>80.038073</c:v>
                </c:pt>
                <c:pt idx="118">
                  <c:v>80.053937</c:v>
                </c:pt>
                <c:pt idx="119">
                  <c:v>81.11681</c:v>
                </c:pt>
                <c:pt idx="120">
                  <c:v>81.386495</c:v>
                </c:pt>
                <c:pt idx="121">
                  <c:v>80.566866</c:v>
                </c:pt>
                <c:pt idx="122">
                  <c:v>80.038073</c:v>
                </c:pt>
                <c:pt idx="123">
                  <c:v>79.731373</c:v>
                </c:pt>
                <c:pt idx="124">
                  <c:v>79.488129</c:v>
                </c:pt>
                <c:pt idx="125">
                  <c:v>79.202581</c:v>
                </c:pt>
                <c:pt idx="126">
                  <c:v>78.938184</c:v>
                </c:pt>
                <c:pt idx="127">
                  <c:v>78.917032</c:v>
                </c:pt>
                <c:pt idx="128">
                  <c:v>78.657924</c:v>
                </c:pt>
                <c:pt idx="129">
                  <c:v>78.393528</c:v>
                </c:pt>
                <c:pt idx="130">
                  <c:v>78.409391</c:v>
                </c:pt>
                <c:pt idx="131">
                  <c:v>78.102692</c:v>
                </c:pt>
              </c:numCache>
            </c:numRef>
          </c:val>
        </c:ser>
        <c:ser>
          <c:idx val="3"/>
          <c:order val="3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Data'!$G$2:$G$133</c:f>
              <c:numCache>
                <c:formatCode>General</c:formatCode>
                <c:ptCount val="1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</c:numCache>
            </c:numRef>
          </c:cat>
          <c:val>
            <c:numRef>
              <c:f>'Chart Data'!$H$2:$H$133</c:f>
              <c:numCache>
                <c:formatCode>General</c:formatCode>
                <c:ptCount val="132"/>
                <c:pt idx="0">
                  <c:v>100</c:v>
                </c:pt>
                <c:pt idx="1">
                  <c:v>99.363881</c:v>
                </c:pt>
                <c:pt idx="2">
                  <c:v>99.169811</c:v>
                </c:pt>
                <c:pt idx="3">
                  <c:v>98.690027</c:v>
                </c:pt>
                <c:pt idx="4">
                  <c:v>98.797844</c:v>
                </c:pt>
                <c:pt idx="5">
                  <c:v>98.571429</c:v>
                </c:pt>
                <c:pt idx="6">
                  <c:v>98.177898</c:v>
                </c:pt>
                <c:pt idx="7">
                  <c:v>97.854447</c:v>
                </c:pt>
                <c:pt idx="8">
                  <c:v>97.266846</c:v>
                </c:pt>
                <c:pt idx="9">
                  <c:v>98.280323</c:v>
                </c:pt>
                <c:pt idx="10">
                  <c:v>97.687332</c:v>
                </c:pt>
                <c:pt idx="11">
                  <c:v>97.28841</c:v>
                </c:pt>
                <c:pt idx="12">
                  <c:v>96.539084</c:v>
                </c:pt>
                <c:pt idx="13">
                  <c:v>96.145553</c:v>
                </c:pt>
                <c:pt idx="14">
                  <c:v>96.005391</c:v>
                </c:pt>
                <c:pt idx="15">
                  <c:v>95.48248</c:v>
                </c:pt>
                <c:pt idx="16">
                  <c:v>95.342318</c:v>
                </c:pt>
                <c:pt idx="17">
                  <c:v>94.533693</c:v>
                </c:pt>
                <c:pt idx="18">
                  <c:v>94.134771</c:v>
                </c:pt>
                <c:pt idx="19">
                  <c:v>93.67655</c:v>
                </c:pt>
                <c:pt idx="20">
                  <c:v>93.342318</c:v>
                </c:pt>
                <c:pt idx="21">
                  <c:v>92.107817</c:v>
                </c:pt>
                <c:pt idx="22">
                  <c:v>92.264151</c:v>
                </c:pt>
                <c:pt idx="23">
                  <c:v>92.048518</c:v>
                </c:pt>
                <c:pt idx="24">
                  <c:v>94.296496</c:v>
                </c:pt>
                <c:pt idx="25">
                  <c:v>93.412399</c:v>
                </c:pt>
                <c:pt idx="26">
                  <c:v>92.84097</c:v>
                </c:pt>
                <c:pt idx="27">
                  <c:v>92.280323</c:v>
                </c:pt>
                <c:pt idx="28">
                  <c:v>91.606469</c:v>
                </c:pt>
                <c:pt idx="29">
                  <c:v>91.320755</c:v>
                </c:pt>
                <c:pt idx="30">
                  <c:v>90.668464</c:v>
                </c:pt>
                <c:pt idx="31">
                  <c:v>90.404313</c:v>
                </c:pt>
                <c:pt idx="32">
                  <c:v>89.784367</c:v>
                </c:pt>
                <c:pt idx="33">
                  <c:v>89.336927</c:v>
                </c:pt>
                <c:pt idx="34">
                  <c:v>88.851752</c:v>
                </c:pt>
                <c:pt idx="35">
                  <c:v>88.345013</c:v>
                </c:pt>
                <c:pt idx="36">
                  <c:v>87.74124</c:v>
                </c:pt>
                <c:pt idx="37">
                  <c:v>87.450135</c:v>
                </c:pt>
                <c:pt idx="38">
                  <c:v>87.008086</c:v>
                </c:pt>
                <c:pt idx="39">
                  <c:v>90.355795</c:v>
                </c:pt>
                <c:pt idx="40">
                  <c:v>88.911051</c:v>
                </c:pt>
                <c:pt idx="41">
                  <c:v>88</c:v>
                </c:pt>
                <c:pt idx="42">
                  <c:v>87.137466</c:v>
                </c:pt>
                <c:pt idx="43">
                  <c:v>86.84097</c:v>
                </c:pt>
                <c:pt idx="44">
                  <c:v>86.010782</c:v>
                </c:pt>
                <c:pt idx="45">
                  <c:v>93.083558</c:v>
                </c:pt>
                <c:pt idx="46">
                  <c:v>92.539084</c:v>
                </c:pt>
                <c:pt idx="47">
                  <c:v>91.41779</c:v>
                </c:pt>
                <c:pt idx="48">
                  <c:v>90.447439</c:v>
                </c:pt>
                <c:pt idx="49">
                  <c:v>89.525606</c:v>
                </c:pt>
                <c:pt idx="50">
                  <c:v>89.832884</c:v>
                </c:pt>
                <c:pt idx="51">
                  <c:v>88.77628</c:v>
                </c:pt>
                <c:pt idx="52">
                  <c:v>87.644205</c:v>
                </c:pt>
                <c:pt idx="53">
                  <c:v>86.911051</c:v>
                </c:pt>
                <c:pt idx="54">
                  <c:v>86.560647</c:v>
                </c:pt>
                <c:pt idx="55">
                  <c:v>90.221024</c:v>
                </c:pt>
                <c:pt idx="56">
                  <c:v>88.431267</c:v>
                </c:pt>
                <c:pt idx="57">
                  <c:v>86.97035</c:v>
                </c:pt>
                <c:pt idx="58">
                  <c:v>85.827493</c:v>
                </c:pt>
                <c:pt idx="59">
                  <c:v>85.530997</c:v>
                </c:pt>
                <c:pt idx="60">
                  <c:v>85.180593</c:v>
                </c:pt>
                <c:pt idx="61">
                  <c:v>84.32345</c:v>
                </c:pt>
                <c:pt idx="62">
                  <c:v>83.859838</c:v>
                </c:pt>
                <c:pt idx="63">
                  <c:v>83.02965</c:v>
                </c:pt>
                <c:pt idx="64">
                  <c:v>82.598383</c:v>
                </c:pt>
                <c:pt idx="65">
                  <c:v>82.566038</c:v>
                </c:pt>
                <c:pt idx="66">
                  <c:v>82.06469</c:v>
                </c:pt>
                <c:pt idx="67">
                  <c:v>81.212938</c:v>
                </c:pt>
                <c:pt idx="68">
                  <c:v>80.938005</c:v>
                </c:pt>
                <c:pt idx="69">
                  <c:v>80.668464</c:v>
                </c:pt>
                <c:pt idx="70">
                  <c:v>82.663073</c:v>
                </c:pt>
                <c:pt idx="71">
                  <c:v>82.145553</c:v>
                </c:pt>
                <c:pt idx="72">
                  <c:v>80.927224</c:v>
                </c:pt>
                <c:pt idx="73">
                  <c:v>80.45283</c:v>
                </c:pt>
                <c:pt idx="74">
                  <c:v>79.962264</c:v>
                </c:pt>
                <c:pt idx="75">
                  <c:v>79.822102</c:v>
                </c:pt>
                <c:pt idx="76">
                  <c:v>79.433962</c:v>
                </c:pt>
                <c:pt idx="77">
                  <c:v>79.137466</c:v>
                </c:pt>
                <c:pt idx="78">
                  <c:v>78.603774</c:v>
                </c:pt>
                <c:pt idx="79">
                  <c:v>78.053908</c:v>
                </c:pt>
                <c:pt idx="80">
                  <c:v>78.318059</c:v>
                </c:pt>
                <c:pt idx="81">
                  <c:v>77.762803</c:v>
                </c:pt>
                <c:pt idx="82">
                  <c:v>77.590296</c:v>
                </c:pt>
                <c:pt idx="83">
                  <c:v>77.013477</c:v>
                </c:pt>
                <c:pt idx="84">
                  <c:v>76.814016</c:v>
                </c:pt>
                <c:pt idx="85">
                  <c:v>79.234501</c:v>
                </c:pt>
                <c:pt idx="86">
                  <c:v>78.307278</c:v>
                </c:pt>
                <c:pt idx="87">
                  <c:v>77.778976</c:v>
                </c:pt>
                <c:pt idx="88">
                  <c:v>77.002695</c:v>
                </c:pt>
                <c:pt idx="89">
                  <c:v>76.307278</c:v>
                </c:pt>
                <c:pt idx="90">
                  <c:v>78.415094</c:v>
                </c:pt>
                <c:pt idx="91">
                  <c:v>76.997305</c:v>
                </c:pt>
                <c:pt idx="92">
                  <c:v>76.533693</c:v>
                </c:pt>
                <c:pt idx="93">
                  <c:v>76.312668</c:v>
                </c:pt>
                <c:pt idx="94">
                  <c:v>75.778976</c:v>
                </c:pt>
                <c:pt idx="95">
                  <c:v>75.924528</c:v>
                </c:pt>
                <c:pt idx="96">
                  <c:v>75.304582</c:v>
                </c:pt>
                <c:pt idx="97">
                  <c:v>75.126685</c:v>
                </c:pt>
                <c:pt idx="98">
                  <c:v>74.90027</c:v>
                </c:pt>
                <c:pt idx="99">
                  <c:v>74.318059</c:v>
                </c:pt>
                <c:pt idx="100">
                  <c:v>74.657682</c:v>
                </c:pt>
                <c:pt idx="101">
                  <c:v>73.87062</c:v>
                </c:pt>
                <c:pt idx="102">
                  <c:v>74.032345</c:v>
                </c:pt>
                <c:pt idx="103">
                  <c:v>73.74124</c:v>
                </c:pt>
                <c:pt idx="104">
                  <c:v>73.137466</c:v>
                </c:pt>
                <c:pt idx="105">
                  <c:v>78.727763</c:v>
                </c:pt>
                <c:pt idx="106">
                  <c:v>78.172507</c:v>
                </c:pt>
                <c:pt idx="107">
                  <c:v>77.525606</c:v>
                </c:pt>
                <c:pt idx="108">
                  <c:v>77.002695</c:v>
                </c:pt>
                <c:pt idx="109">
                  <c:v>76.269542</c:v>
                </c:pt>
                <c:pt idx="110">
                  <c:v>76.221024</c:v>
                </c:pt>
                <c:pt idx="111">
                  <c:v>75.412399</c:v>
                </c:pt>
                <c:pt idx="112">
                  <c:v>75.218329</c:v>
                </c:pt>
                <c:pt idx="113">
                  <c:v>74.932615</c:v>
                </c:pt>
                <c:pt idx="114">
                  <c:v>74.716981</c:v>
                </c:pt>
                <c:pt idx="115">
                  <c:v>74.83558</c:v>
                </c:pt>
                <c:pt idx="116">
                  <c:v>74.188679</c:v>
                </c:pt>
                <c:pt idx="117">
                  <c:v>73.568733</c:v>
                </c:pt>
                <c:pt idx="118">
                  <c:v>73.261456</c:v>
                </c:pt>
                <c:pt idx="119">
                  <c:v>72.571429</c:v>
                </c:pt>
                <c:pt idx="120">
                  <c:v>76.916442</c:v>
                </c:pt>
                <c:pt idx="121">
                  <c:v>75.816712</c:v>
                </c:pt>
                <c:pt idx="122">
                  <c:v>75.121294</c:v>
                </c:pt>
                <c:pt idx="123">
                  <c:v>74.83558</c:v>
                </c:pt>
                <c:pt idx="124">
                  <c:v>73.865229</c:v>
                </c:pt>
                <c:pt idx="125">
                  <c:v>74.377358</c:v>
                </c:pt>
                <c:pt idx="126">
                  <c:v>73.784367</c:v>
                </c:pt>
                <c:pt idx="127">
                  <c:v>73.460916</c:v>
                </c:pt>
                <c:pt idx="128">
                  <c:v>73.498652</c:v>
                </c:pt>
                <c:pt idx="129">
                  <c:v>72.878706</c:v>
                </c:pt>
                <c:pt idx="130">
                  <c:v>73.03504</c:v>
                </c:pt>
                <c:pt idx="131">
                  <c:v>72.296496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相对首循环容量（%）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下降比例（%）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26.490708</c:v>
                </c:pt>
                <c:pt idx="1">
                  <c:v>35.36088</c:v>
                </c:pt>
                <c:pt idx="2">
                  <c:v>21.897308</c:v>
                </c:pt>
                <c:pt idx="3">
                  <c:v>27.703504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下降比例（%）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B0005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0.009604</c:v>
                </c:pt>
                <c:pt idx="1">
                  <c:v>0.009692</c:v>
                </c:pt>
                <c:pt idx="2">
                  <c:v>0.009503</c:v>
                </c:pt>
                <c:pt idx="3">
                  <c:v>0.012004</c:v>
                </c:pt>
                <c:pt idx="4">
                  <c:v>0.073725</c:v>
                </c:pt>
              </c:numCache>
            </c:numRef>
          </c:val>
          <c:smooth val="0"/>
        </c:ser>
        <c:ser>
          <c:idx val="1"/>
          <c:order val="1"/>
          <c:tx>
            <c:v>B0006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0.025959</c:v>
                </c:pt>
                <c:pt idx="1">
                  <c:v>0.02622</c:v>
                </c:pt>
                <c:pt idx="2">
                  <c:v>0.028187</c:v>
                </c:pt>
                <c:pt idx="3">
                  <c:v>0.024623</c:v>
                </c:pt>
                <c:pt idx="4">
                  <c:v>0.059936</c:v>
                </c:pt>
              </c:numCache>
            </c:numRef>
          </c:val>
          <c:smooth val="0"/>
        </c:ser>
        <c:ser>
          <c:idx val="2"/>
          <c:order val="2"/>
          <c:tx>
            <c:v>B0007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Data'!$E$2:$E$6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General</c:formatCode>
                <c:ptCount val="5"/>
                <c:pt idx="0">
                  <c:v>0.0102</c:v>
                </c:pt>
                <c:pt idx="1">
                  <c:v>0.010236</c:v>
                </c:pt>
                <c:pt idx="2">
                  <c:v>0.010227</c:v>
                </c:pt>
                <c:pt idx="3">
                  <c:v>0.007948</c:v>
                </c:pt>
                <c:pt idx="4">
                  <c:v>0.053594</c:v>
                </c:pt>
              </c:numCache>
            </c:numRef>
          </c:val>
          <c:smooth val="0"/>
        </c:ser>
        <c:ser>
          <c:idx val="3"/>
          <c:order val="3"/>
          <c:tx>
            <c:v>B0018</c:v>
          </c:tx>
          <c:spPr>
            <a:solidFill xmlns:a="http://schemas.openxmlformats.org/drawingml/2006/main">
              <a:srgbClr val="8A4E9C"/>
            </a:solidFill>
          </c:spPr>
          <c:marker>
            <c:symbol val="none"/>
          </c:marker>
          <c:cat>
            <c:numRef>
              <c:f>'Chart Data'!$G$2:$G$6</c:f>
              <c:numCache>
                <c:formatCode>General</c:formatCode>
                <c:ptCount val="5"/>
                <c:pt idx="0">
                  <c:v>0.01</c:v>
                </c:pt>
                <c:pt idx="1">
                  <c:v>0.1</c:v>
                </c:pt>
                <c:pt idx="2">
                  <c:v>1</c:v>
                </c:pt>
                <c:pt idx="3">
                  <c:v>10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General</c:formatCode>
                <c:ptCount val="5"/>
                <c:pt idx="0">
                  <c:v>0.012999</c:v>
                </c:pt>
                <c:pt idx="1">
                  <c:v>0.012911</c:v>
                </c:pt>
                <c:pt idx="2">
                  <c:v>0.01276</c:v>
                </c:pt>
                <c:pt idx="3">
                  <c:v>0.016174</c:v>
                </c:pt>
                <c:pt idx="4">
                  <c:v>0.075269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alpha候选值（等距类别）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验证RMSE（Ah）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0.010001</c:v>
                </c:pt>
                <c:pt idx="1">
                  <c:v>0.012239</c:v>
                </c:pt>
                <c:pt idx="2">
                  <c:v>0.00821</c:v>
                </c:pt>
                <c:pt idx="3">
                  <c:v>0.027251</c:v>
                </c:pt>
              </c:numCache>
            </c:numRef>
          </c:val>
        </c:ser>
        <c:ser>
          <c:idx val="1"/>
          <c:order val="1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0.044526</c:v>
                </c:pt>
                <c:pt idx="1">
                  <c:v>0.07941</c:v>
                </c:pt>
                <c:pt idx="2">
                  <c:v>0.044866</c:v>
                </c:pt>
                <c:pt idx="3">
                  <c:v>0.096245</c:v>
                </c:pt>
              </c:numCache>
            </c:numRef>
          </c:val>
        </c:ser>
        <c:ser>
          <c:idx val="2"/>
          <c:order val="2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invertIfNegative val="0"/>
          <c:cat>
            <c:strRef>
              <c:f>'Chart Data'!$E$2:$E$5</c:f>
              <c:strCache>
                <c:ptCount val="4"/>
                <c:pt idx="0">
                  <c:v>B0005</c:v>
                </c:pt>
                <c:pt idx="1">
                  <c:v>B0006</c:v>
                </c:pt>
                <c:pt idx="2">
                  <c:v>B0007</c:v>
                </c:pt>
                <c:pt idx="3">
                  <c:v>B0018</c:v>
                </c:pt>
              </c:strCache>
            </c:strRef>
          </c:cat>
          <c:val>
            <c:numRef>
              <c:f>'Chart Data'!$F$2:$F$5</c:f>
              <c:numCache>
                <c:formatCode>General</c:formatCode>
                <c:ptCount val="4"/>
                <c:pt idx="0">
                  <c:v>0.014792</c:v>
                </c:pt>
                <c:pt idx="1">
                  <c:v>0.015727</c:v>
                </c:pt>
                <c:pt idx="2">
                  <c:v>0.012064</c:v>
                </c:pt>
                <c:pt idx="3">
                  <c:v>0.035328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测试RMSE（Ah，越小越好）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1.3699</c:v>
                </c:pt>
                <c:pt idx="1">
                  <c:v>1.3648</c:v>
                </c:pt>
                <c:pt idx="2">
                  <c:v>1.3543</c:v>
                </c:pt>
                <c:pt idx="3">
                  <c:v>1.3546</c:v>
                </c:pt>
                <c:pt idx="4">
                  <c:v>1.3547</c:v>
                </c:pt>
                <c:pt idx="5">
                  <c:v>1.3493</c:v>
                </c:pt>
                <c:pt idx="6">
                  <c:v>1.3442</c:v>
                </c:pt>
                <c:pt idx="7">
                  <c:v>1.339</c:v>
                </c:pt>
                <c:pt idx="8">
                  <c:v>1.3389</c:v>
                </c:pt>
                <c:pt idx="9">
                  <c:v>1.334</c:v>
                </c:pt>
                <c:pt idx="10">
                  <c:v>1.3286</c:v>
                </c:pt>
                <c:pt idx="11">
                  <c:v>1.3232</c:v>
                </c:pt>
                <c:pt idx="12">
                  <c:v>1.3182</c:v>
                </c:pt>
                <c:pt idx="13">
                  <c:v>1.3185</c:v>
                </c:pt>
                <c:pt idx="14">
                  <c:v>1.3183</c:v>
                </c:pt>
                <c:pt idx="15">
                  <c:v>1.3239</c:v>
                </c:pt>
                <c:pt idx="16">
                  <c:v>1.3601</c:v>
                </c:pt>
                <c:pt idx="17">
                  <c:v>1.3395</c:v>
                </c:pt>
                <c:pt idx="18">
                  <c:v>1.329</c:v>
                </c:pt>
                <c:pt idx="19">
                  <c:v>1.3237</c:v>
                </c:pt>
                <c:pt idx="20">
                  <c:v>1.3186</c:v>
                </c:pt>
                <c:pt idx="21">
                  <c:v>1.3135</c:v>
                </c:pt>
                <c:pt idx="22">
                  <c:v>1.3132</c:v>
                </c:pt>
                <c:pt idx="23">
                  <c:v>1.3078</c:v>
                </c:pt>
                <c:pt idx="24">
                  <c:v>1.303</c:v>
                </c:pt>
                <c:pt idx="25">
                  <c:v>1.3034</c:v>
                </c:pt>
                <c:pt idx="26">
                  <c:v>1.3034</c:v>
                </c:pt>
                <c:pt idx="27">
                  <c:v>1.2979</c:v>
                </c:pt>
                <c:pt idx="28">
                  <c:v>1.2981</c:v>
                </c:pt>
                <c:pt idx="29">
                  <c:v>1.2935</c:v>
                </c:pt>
                <c:pt idx="30">
                  <c:v>1.288</c:v>
                </c:pt>
                <c:pt idx="31">
                  <c:v>1.2875</c:v>
                </c:pt>
                <c:pt idx="32">
                  <c:v>1.309</c:v>
                </c:pt>
                <c:pt idx="33">
                  <c:v>1.3251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1.3861</c:v>
                </c:pt>
                <c:pt idx="1">
                  <c:v>1.3699</c:v>
                </c:pt>
                <c:pt idx="2">
                  <c:v>1.3648</c:v>
                </c:pt>
                <c:pt idx="3">
                  <c:v>1.3543</c:v>
                </c:pt>
                <c:pt idx="4">
                  <c:v>1.3546</c:v>
                </c:pt>
                <c:pt idx="5">
                  <c:v>1.3547</c:v>
                </c:pt>
                <c:pt idx="6">
                  <c:v>1.3493</c:v>
                </c:pt>
                <c:pt idx="7">
                  <c:v>1.3442</c:v>
                </c:pt>
                <c:pt idx="8">
                  <c:v>1.339</c:v>
                </c:pt>
                <c:pt idx="9">
                  <c:v>1.3389</c:v>
                </c:pt>
                <c:pt idx="10">
                  <c:v>1.334</c:v>
                </c:pt>
                <c:pt idx="11">
                  <c:v>1.3286</c:v>
                </c:pt>
                <c:pt idx="12">
                  <c:v>1.3232</c:v>
                </c:pt>
                <c:pt idx="13">
                  <c:v>1.3182</c:v>
                </c:pt>
                <c:pt idx="14">
                  <c:v>1.3185</c:v>
                </c:pt>
                <c:pt idx="15">
                  <c:v>1.3183</c:v>
                </c:pt>
                <c:pt idx="16">
                  <c:v>1.3239</c:v>
                </c:pt>
                <c:pt idx="17">
                  <c:v>1.3601</c:v>
                </c:pt>
                <c:pt idx="18">
                  <c:v>1.3395</c:v>
                </c:pt>
                <c:pt idx="19">
                  <c:v>1.329</c:v>
                </c:pt>
                <c:pt idx="20">
                  <c:v>1.3237</c:v>
                </c:pt>
                <c:pt idx="21">
                  <c:v>1.3186</c:v>
                </c:pt>
                <c:pt idx="22">
                  <c:v>1.3135</c:v>
                </c:pt>
                <c:pt idx="23">
                  <c:v>1.3132</c:v>
                </c:pt>
                <c:pt idx="24">
                  <c:v>1.3078</c:v>
                </c:pt>
                <c:pt idx="25">
                  <c:v>1.303</c:v>
                </c:pt>
                <c:pt idx="26">
                  <c:v>1.3034</c:v>
                </c:pt>
                <c:pt idx="27">
                  <c:v>1.3034</c:v>
                </c:pt>
                <c:pt idx="28">
                  <c:v>1.2979</c:v>
                </c:pt>
                <c:pt idx="29">
                  <c:v>1.2981</c:v>
                </c:pt>
                <c:pt idx="30">
                  <c:v>1.2935</c:v>
                </c:pt>
                <c:pt idx="31">
                  <c:v>1.288</c:v>
                </c:pt>
                <c:pt idx="32">
                  <c:v>1.2875</c:v>
                </c:pt>
                <c:pt idx="33">
                  <c:v>1.309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1.356509</c:v>
                </c:pt>
                <c:pt idx="1">
                  <c:v>1.352343</c:v>
                </c:pt>
                <c:pt idx="2">
                  <c:v>1.348177</c:v>
                </c:pt>
                <c:pt idx="3">
                  <c:v>1.34401</c:v>
                </c:pt>
                <c:pt idx="4">
                  <c:v>1.339844</c:v>
                </c:pt>
                <c:pt idx="5">
                  <c:v>1.335678</c:v>
                </c:pt>
                <c:pt idx="6">
                  <c:v>1.331512</c:v>
                </c:pt>
                <c:pt idx="7">
                  <c:v>1.327345</c:v>
                </c:pt>
                <c:pt idx="8">
                  <c:v>1.323179</c:v>
                </c:pt>
                <c:pt idx="9">
                  <c:v>1.319013</c:v>
                </c:pt>
                <c:pt idx="10">
                  <c:v>1.314847</c:v>
                </c:pt>
                <c:pt idx="11">
                  <c:v>1.31068</c:v>
                </c:pt>
                <c:pt idx="12">
                  <c:v>1.306514</c:v>
                </c:pt>
                <c:pt idx="13">
                  <c:v>1.302348</c:v>
                </c:pt>
                <c:pt idx="14">
                  <c:v>1.298182</c:v>
                </c:pt>
                <c:pt idx="15">
                  <c:v>1.294015</c:v>
                </c:pt>
                <c:pt idx="16">
                  <c:v>1.289849</c:v>
                </c:pt>
                <c:pt idx="17">
                  <c:v>1.285683</c:v>
                </c:pt>
                <c:pt idx="18">
                  <c:v>1.281517</c:v>
                </c:pt>
                <c:pt idx="19">
                  <c:v>1.27735</c:v>
                </c:pt>
                <c:pt idx="20">
                  <c:v>1.273184</c:v>
                </c:pt>
                <c:pt idx="21">
                  <c:v>1.269018</c:v>
                </c:pt>
                <c:pt idx="22">
                  <c:v>1.264852</c:v>
                </c:pt>
                <c:pt idx="23">
                  <c:v>1.260685</c:v>
                </c:pt>
                <c:pt idx="24">
                  <c:v>1.256519</c:v>
                </c:pt>
                <c:pt idx="25">
                  <c:v>1.252353</c:v>
                </c:pt>
                <c:pt idx="26">
                  <c:v>1.248187</c:v>
                </c:pt>
                <c:pt idx="27">
                  <c:v>1.244021</c:v>
                </c:pt>
                <c:pt idx="28">
                  <c:v>1.239854</c:v>
                </c:pt>
                <c:pt idx="29">
                  <c:v>1.235688</c:v>
                </c:pt>
                <c:pt idx="30">
                  <c:v>1.231522</c:v>
                </c:pt>
                <c:pt idx="31">
                  <c:v>1.227356</c:v>
                </c:pt>
                <c:pt idx="32">
                  <c:v>1.223189</c:v>
                </c:pt>
                <c:pt idx="33">
                  <c:v>1.219023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1.372616</c:v>
                </c:pt>
                <c:pt idx="1">
                  <c:v>1.363924</c:v>
                </c:pt>
                <c:pt idx="2">
                  <c:v>1.359459</c:v>
                </c:pt>
                <c:pt idx="3">
                  <c:v>1.350911</c:v>
                </c:pt>
                <c:pt idx="4">
                  <c:v>1.348145</c:v>
                </c:pt>
                <c:pt idx="5">
                  <c:v>1.346591</c:v>
                </c:pt>
                <c:pt idx="6">
                  <c:v>1.34227</c:v>
                </c:pt>
                <c:pt idx="7">
                  <c:v>1.33789</c:v>
                </c:pt>
                <c:pt idx="8">
                  <c:v>1.333022</c:v>
                </c:pt>
                <c:pt idx="9">
                  <c:v>1.331053</c:v>
                </c:pt>
                <c:pt idx="10">
                  <c:v>1.326791</c:v>
                </c:pt>
                <c:pt idx="11">
                  <c:v>1.322054</c:v>
                </c:pt>
                <c:pt idx="12">
                  <c:v>1.317081</c:v>
                </c:pt>
                <c:pt idx="13">
                  <c:v>1.31212</c:v>
                </c:pt>
                <c:pt idx="14">
                  <c:v>1.310411</c:v>
                </c:pt>
                <c:pt idx="15">
                  <c:v>1.309043</c:v>
                </c:pt>
                <c:pt idx="16">
                  <c:v>1.311543</c:v>
                </c:pt>
                <c:pt idx="17">
                  <c:v>1.333378</c:v>
                </c:pt>
                <c:pt idx="18">
                  <c:v>1.324782</c:v>
                </c:pt>
                <c:pt idx="19">
                  <c:v>1.31827</c:v>
                </c:pt>
                <c:pt idx="20">
                  <c:v>1.312851</c:v>
                </c:pt>
                <c:pt idx="21">
                  <c:v>1.306759</c:v>
                </c:pt>
                <c:pt idx="22">
                  <c:v>1.30165</c:v>
                </c:pt>
                <c:pt idx="23">
                  <c:v>1.299613</c:v>
                </c:pt>
                <c:pt idx="24">
                  <c:v>1.295033</c:v>
                </c:pt>
                <c:pt idx="25">
                  <c:v>1.29059</c:v>
                </c:pt>
                <c:pt idx="26">
                  <c:v>1.289149</c:v>
                </c:pt>
                <c:pt idx="27">
                  <c:v>1.287911</c:v>
                </c:pt>
                <c:pt idx="28">
                  <c:v>1.283733</c:v>
                </c:pt>
                <c:pt idx="29">
                  <c:v>1.282523</c:v>
                </c:pt>
                <c:pt idx="30">
                  <c:v>1.278618</c:v>
                </c:pt>
                <c:pt idx="31">
                  <c:v>1.27385</c:v>
                </c:pt>
                <c:pt idx="32">
                  <c:v>1.271864</c:v>
                </c:pt>
                <c:pt idx="33">
                  <c:v>1.283504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1.326</c:v>
                </c:pt>
                <c:pt idx="1">
                  <c:v>1.3101</c:v>
                </c:pt>
                <c:pt idx="2">
                  <c:v>1.3052</c:v>
                </c:pt>
                <c:pt idx="3">
                  <c:v>1.3004</c:v>
                </c:pt>
                <c:pt idx="4">
                  <c:v>1.3002</c:v>
                </c:pt>
                <c:pt idx="5">
                  <c:v>1.2895</c:v>
                </c:pt>
                <c:pt idx="6">
                  <c:v>1.2793</c:v>
                </c:pt>
                <c:pt idx="7">
                  <c:v>1.2792</c:v>
                </c:pt>
                <c:pt idx="8">
                  <c:v>1.274</c:v>
                </c:pt>
                <c:pt idx="9">
                  <c:v>1.2741</c:v>
                </c:pt>
                <c:pt idx="10">
                  <c:v>1.2638</c:v>
                </c:pt>
                <c:pt idx="11">
                  <c:v>1.2581</c:v>
                </c:pt>
                <c:pt idx="12">
                  <c:v>1.2533</c:v>
                </c:pt>
                <c:pt idx="13">
                  <c:v>1.2532</c:v>
                </c:pt>
                <c:pt idx="14">
                  <c:v>1.2481</c:v>
                </c:pt>
                <c:pt idx="15">
                  <c:v>1.2534</c:v>
                </c:pt>
                <c:pt idx="16">
                  <c:v>1.2898</c:v>
                </c:pt>
                <c:pt idx="17">
                  <c:v>1.2635</c:v>
                </c:pt>
                <c:pt idx="18">
                  <c:v>1.248</c:v>
                </c:pt>
                <c:pt idx="19">
                  <c:v>1.2321</c:v>
                </c:pt>
                <c:pt idx="20">
                  <c:v>1.2271</c:v>
                </c:pt>
                <c:pt idx="21">
                  <c:v>1.2217</c:v>
                </c:pt>
                <c:pt idx="22">
                  <c:v>1.2111</c:v>
                </c:pt>
                <c:pt idx="23">
                  <c:v>1.2056</c:v>
                </c:pt>
                <c:pt idx="24">
                  <c:v>1.2009</c:v>
                </c:pt>
                <c:pt idx="25">
                  <c:v>1.1906</c:v>
                </c:pt>
                <c:pt idx="26">
                  <c:v>1.1852</c:v>
                </c:pt>
                <c:pt idx="27">
                  <c:v>1.1797</c:v>
                </c:pt>
                <c:pt idx="28">
                  <c:v>1.1746</c:v>
                </c:pt>
                <c:pt idx="29">
                  <c:v>1.1538</c:v>
                </c:pt>
                <c:pt idx="30">
                  <c:v>1.1644</c:v>
                </c:pt>
                <c:pt idx="31">
                  <c:v>1.1588</c:v>
                </c:pt>
                <c:pt idx="32">
                  <c:v>1.175</c:v>
                </c:pt>
                <c:pt idx="33">
                  <c:v>1.1857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1.3474</c:v>
                </c:pt>
                <c:pt idx="1">
                  <c:v>1.326</c:v>
                </c:pt>
                <c:pt idx="2">
                  <c:v>1.3101</c:v>
                </c:pt>
                <c:pt idx="3">
                  <c:v>1.3052</c:v>
                </c:pt>
                <c:pt idx="4">
                  <c:v>1.3004</c:v>
                </c:pt>
                <c:pt idx="5">
                  <c:v>1.3002</c:v>
                </c:pt>
                <c:pt idx="6">
                  <c:v>1.2895</c:v>
                </c:pt>
                <c:pt idx="7">
                  <c:v>1.2793</c:v>
                </c:pt>
                <c:pt idx="8">
                  <c:v>1.2792</c:v>
                </c:pt>
                <c:pt idx="9">
                  <c:v>1.274</c:v>
                </c:pt>
                <c:pt idx="10">
                  <c:v>1.2741</c:v>
                </c:pt>
                <c:pt idx="11">
                  <c:v>1.2638</c:v>
                </c:pt>
                <c:pt idx="12">
                  <c:v>1.2581</c:v>
                </c:pt>
                <c:pt idx="13">
                  <c:v>1.2533</c:v>
                </c:pt>
                <c:pt idx="14">
                  <c:v>1.2532</c:v>
                </c:pt>
                <c:pt idx="15">
                  <c:v>1.2481</c:v>
                </c:pt>
                <c:pt idx="16">
                  <c:v>1.2534</c:v>
                </c:pt>
                <c:pt idx="17">
                  <c:v>1.2898</c:v>
                </c:pt>
                <c:pt idx="18">
                  <c:v>1.2635</c:v>
                </c:pt>
                <c:pt idx="19">
                  <c:v>1.248</c:v>
                </c:pt>
                <c:pt idx="20">
                  <c:v>1.2321</c:v>
                </c:pt>
                <c:pt idx="21">
                  <c:v>1.2271</c:v>
                </c:pt>
                <c:pt idx="22">
                  <c:v>1.2217</c:v>
                </c:pt>
                <c:pt idx="23">
                  <c:v>1.2111</c:v>
                </c:pt>
                <c:pt idx="24">
                  <c:v>1.2056</c:v>
                </c:pt>
                <c:pt idx="25">
                  <c:v>1.2009</c:v>
                </c:pt>
                <c:pt idx="26">
                  <c:v>1.1906</c:v>
                </c:pt>
                <c:pt idx="27">
                  <c:v>1.1852</c:v>
                </c:pt>
                <c:pt idx="28">
                  <c:v>1.1797</c:v>
                </c:pt>
                <c:pt idx="29">
                  <c:v>1.1746</c:v>
                </c:pt>
                <c:pt idx="30">
                  <c:v>1.1538</c:v>
                </c:pt>
                <c:pt idx="31">
                  <c:v>1.1644</c:v>
                </c:pt>
                <c:pt idx="32">
                  <c:v>1.1588</c:v>
                </c:pt>
                <c:pt idx="33">
                  <c:v>1.175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1.252054</c:v>
                </c:pt>
                <c:pt idx="1">
                  <c:v>1.246552</c:v>
                </c:pt>
                <c:pt idx="2">
                  <c:v>1.24105</c:v>
                </c:pt>
                <c:pt idx="3">
                  <c:v>1.235548</c:v>
                </c:pt>
                <c:pt idx="4">
                  <c:v>1.230046</c:v>
                </c:pt>
                <c:pt idx="5">
                  <c:v>1.224544</c:v>
                </c:pt>
                <c:pt idx="6">
                  <c:v>1.219043</c:v>
                </c:pt>
                <c:pt idx="7">
                  <c:v>1.213541</c:v>
                </c:pt>
                <c:pt idx="8">
                  <c:v>1.208039</c:v>
                </c:pt>
                <c:pt idx="9">
                  <c:v>1.202537</c:v>
                </c:pt>
                <c:pt idx="10">
                  <c:v>1.197035</c:v>
                </c:pt>
                <c:pt idx="11">
                  <c:v>1.191534</c:v>
                </c:pt>
                <c:pt idx="12">
                  <c:v>1.186032</c:v>
                </c:pt>
                <c:pt idx="13">
                  <c:v>1.18053</c:v>
                </c:pt>
                <c:pt idx="14">
                  <c:v>1.175028</c:v>
                </c:pt>
                <c:pt idx="15">
                  <c:v>1.169526</c:v>
                </c:pt>
                <c:pt idx="16">
                  <c:v>1.164024</c:v>
                </c:pt>
                <c:pt idx="17">
                  <c:v>1.158523</c:v>
                </c:pt>
                <c:pt idx="18">
                  <c:v>1.153021</c:v>
                </c:pt>
                <c:pt idx="19">
                  <c:v>1.147519</c:v>
                </c:pt>
                <c:pt idx="20">
                  <c:v>1.142017</c:v>
                </c:pt>
                <c:pt idx="21">
                  <c:v>1.136515</c:v>
                </c:pt>
                <c:pt idx="22">
                  <c:v>1.131013</c:v>
                </c:pt>
                <c:pt idx="23">
                  <c:v>1.125512</c:v>
                </c:pt>
                <c:pt idx="24">
                  <c:v>1.12001</c:v>
                </c:pt>
                <c:pt idx="25">
                  <c:v>1.114508</c:v>
                </c:pt>
                <c:pt idx="26">
                  <c:v>1.109006</c:v>
                </c:pt>
                <c:pt idx="27">
                  <c:v>1.103504</c:v>
                </c:pt>
                <c:pt idx="28">
                  <c:v>1.098003</c:v>
                </c:pt>
                <c:pt idx="29">
                  <c:v>1.092501</c:v>
                </c:pt>
                <c:pt idx="30">
                  <c:v>1.086999</c:v>
                </c:pt>
                <c:pt idx="31">
                  <c:v>1.081497</c:v>
                </c:pt>
                <c:pt idx="32">
                  <c:v>1.075995</c:v>
                </c:pt>
                <c:pt idx="33">
                  <c:v>1.070493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1.320531</c:v>
                </c:pt>
                <c:pt idx="1">
                  <c:v>1.310932</c:v>
                </c:pt>
                <c:pt idx="2">
                  <c:v>1.299967</c:v>
                </c:pt>
                <c:pt idx="3">
                  <c:v>1.292091</c:v>
                </c:pt>
                <c:pt idx="4">
                  <c:v>1.284606</c:v>
                </c:pt>
                <c:pt idx="5">
                  <c:v>1.283175</c:v>
                </c:pt>
                <c:pt idx="6">
                  <c:v>1.276261</c:v>
                </c:pt>
                <c:pt idx="7">
                  <c:v>1.267953</c:v>
                </c:pt>
                <c:pt idx="8">
                  <c:v>1.264631</c:v>
                </c:pt>
                <c:pt idx="9">
                  <c:v>1.2595</c:v>
                </c:pt>
                <c:pt idx="10">
                  <c:v>1.257932</c:v>
                </c:pt>
                <c:pt idx="11">
                  <c:v>1.250955</c:v>
                </c:pt>
                <c:pt idx="12">
                  <c:v>1.244945</c:v>
                </c:pt>
                <c:pt idx="13">
                  <c:v>1.239646</c:v>
                </c:pt>
                <c:pt idx="14">
                  <c:v>1.237028</c:v>
                </c:pt>
                <c:pt idx="15">
                  <c:v>1.232916</c:v>
                </c:pt>
                <c:pt idx="16">
                  <c:v>1.233995</c:v>
                </c:pt>
                <c:pt idx="17">
                  <c:v>1.253333</c:v>
                </c:pt>
                <c:pt idx="18">
                  <c:v>1.24228</c:v>
                </c:pt>
                <c:pt idx="19">
                  <c:v>1.231542</c:v>
                </c:pt>
                <c:pt idx="20">
                  <c:v>1.217331</c:v>
                </c:pt>
                <c:pt idx="21">
                  <c:v>1.207751</c:v>
                </c:pt>
                <c:pt idx="22">
                  <c:v>1.202942</c:v>
                </c:pt>
                <c:pt idx="23">
                  <c:v>1.195315</c:v>
                </c:pt>
                <c:pt idx="24">
                  <c:v>1.189901</c:v>
                </c:pt>
                <c:pt idx="25">
                  <c:v>1.184623</c:v>
                </c:pt>
                <c:pt idx="26">
                  <c:v>1.176676</c:v>
                </c:pt>
                <c:pt idx="27">
                  <c:v>1.171101</c:v>
                </c:pt>
                <c:pt idx="28">
                  <c:v>1.165443</c:v>
                </c:pt>
                <c:pt idx="29">
                  <c:v>1.16025</c:v>
                </c:pt>
                <c:pt idx="30">
                  <c:v>1.146724</c:v>
                </c:pt>
                <c:pt idx="31">
                  <c:v>1.148356</c:v>
                </c:pt>
                <c:pt idx="32">
                  <c:v>1.144004</c:v>
                </c:pt>
                <c:pt idx="33">
                  <c:v>1.151674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Data'!$B$2:$B$35</c:f>
              <c:numCache>
                <c:formatCode>General</c:formatCode>
                <c:ptCount val="34"/>
                <c:pt idx="0">
                  <c:v>1.4821</c:v>
                </c:pt>
                <c:pt idx="1">
                  <c:v>1.4771</c:v>
                </c:pt>
                <c:pt idx="2">
                  <c:v>1.4721</c:v>
                </c:pt>
                <c:pt idx="3">
                  <c:v>1.4722</c:v>
                </c:pt>
                <c:pt idx="4">
                  <c:v>1.467</c:v>
                </c:pt>
                <c:pt idx="5">
                  <c:v>1.4618</c:v>
                </c:pt>
                <c:pt idx="6">
                  <c:v>1.4567</c:v>
                </c:pt>
                <c:pt idx="7">
                  <c:v>1.4514</c:v>
                </c:pt>
                <c:pt idx="8">
                  <c:v>1.4516</c:v>
                </c:pt>
                <c:pt idx="9">
                  <c:v>1.4468</c:v>
                </c:pt>
                <c:pt idx="10">
                  <c:v>1.4468</c:v>
                </c:pt>
                <c:pt idx="11">
                  <c:v>1.4414</c:v>
                </c:pt>
                <c:pt idx="12">
                  <c:v>1.4362</c:v>
                </c:pt>
                <c:pt idx="13">
                  <c:v>1.4368</c:v>
                </c:pt>
                <c:pt idx="14">
                  <c:v>1.4363</c:v>
                </c:pt>
                <c:pt idx="15">
                  <c:v>1.4419</c:v>
                </c:pt>
                <c:pt idx="16">
                  <c:v>1.4672</c:v>
                </c:pt>
                <c:pt idx="17">
                  <c:v>1.4519</c:v>
                </c:pt>
                <c:pt idx="18">
                  <c:v>1.4471</c:v>
                </c:pt>
                <c:pt idx="19">
                  <c:v>1.4418</c:v>
                </c:pt>
                <c:pt idx="20">
                  <c:v>1.4316</c:v>
                </c:pt>
                <c:pt idx="21">
                  <c:v>1.4318</c:v>
                </c:pt>
                <c:pt idx="22">
                  <c:v>1.4263</c:v>
                </c:pt>
                <c:pt idx="23">
                  <c:v>1.4261</c:v>
                </c:pt>
                <c:pt idx="24">
                  <c:v>1.4213</c:v>
                </c:pt>
                <c:pt idx="25">
                  <c:v>1.4163</c:v>
                </c:pt>
                <c:pt idx="26">
                  <c:v>1.4166</c:v>
                </c:pt>
                <c:pt idx="27">
                  <c:v>1.4108</c:v>
                </c:pt>
                <c:pt idx="28">
                  <c:v>1.411</c:v>
                </c:pt>
                <c:pt idx="29">
                  <c:v>1.4062</c:v>
                </c:pt>
                <c:pt idx="30">
                  <c:v>1.4063</c:v>
                </c:pt>
                <c:pt idx="31">
                  <c:v>1.4005</c:v>
                </c:pt>
                <c:pt idx="32">
                  <c:v>1.4218</c:v>
                </c:pt>
                <c:pt idx="33">
                  <c:v>1.4325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Data'!$D$2:$D$35</c:f>
              <c:numCache>
                <c:formatCode>General</c:formatCode>
                <c:ptCount val="34"/>
                <c:pt idx="0">
                  <c:v>1.4981</c:v>
                </c:pt>
                <c:pt idx="1">
                  <c:v>1.4821</c:v>
                </c:pt>
                <c:pt idx="2">
                  <c:v>1.4771</c:v>
                </c:pt>
                <c:pt idx="3">
                  <c:v>1.4721</c:v>
                </c:pt>
                <c:pt idx="4">
                  <c:v>1.4722</c:v>
                </c:pt>
                <c:pt idx="5">
                  <c:v>1.467</c:v>
                </c:pt>
                <c:pt idx="6">
                  <c:v>1.4618</c:v>
                </c:pt>
                <c:pt idx="7">
                  <c:v>1.4567</c:v>
                </c:pt>
                <c:pt idx="8">
                  <c:v>1.4514</c:v>
                </c:pt>
                <c:pt idx="9">
                  <c:v>1.4516</c:v>
                </c:pt>
                <c:pt idx="10">
                  <c:v>1.4468</c:v>
                </c:pt>
                <c:pt idx="11">
                  <c:v>1.4468</c:v>
                </c:pt>
                <c:pt idx="12">
                  <c:v>1.4414</c:v>
                </c:pt>
                <c:pt idx="13">
                  <c:v>1.4362</c:v>
                </c:pt>
                <c:pt idx="14">
                  <c:v>1.4368</c:v>
                </c:pt>
                <c:pt idx="15">
                  <c:v>1.4363</c:v>
                </c:pt>
                <c:pt idx="16">
                  <c:v>1.4419</c:v>
                </c:pt>
                <c:pt idx="17">
                  <c:v>1.4672</c:v>
                </c:pt>
                <c:pt idx="18">
                  <c:v>1.4519</c:v>
                </c:pt>
                <c:pt idx="19">
                  <c:v>1.4471</c:v>
                </c:pt>
                <c:pt idx="20">
                  <c:v>1.4418</c:v>
                </c:pt>
                <c:pt idx="21">
                  <c:v>1.4316</c:v>
                </c:pt>
                <c:pt idx="22">
                  <c:v>1.4318</c:v>
                </c:pt>
                <c:pt idx="23">
                  <c:v>1.4263</c:v>
                </c:pt>
                <c:pt idx="24">
                  <c:v>1.4261</c:v>
                </c:pt>
                <c:pt idx="25">
                  <c:v>1.4213</c:v>
                </c:pt>
                <c:pt idx="26">
                  <c:v>1.4163</c:v>
                </c:pt>
                <c:pt idx="27">
                  <c:v>1.4166</c:v>
                </c:pt>
                <c:pt idx="28">
                  <c:v>1.4108</c:v>
                </c:pt>
                <c:pt idx="29">
                  <c:v>1.411</c:v>
                </c:pt>
                <c:pt idx="30">
                  <c:v>1.4062</c:v>
                </c:pt>
                <c:pt idx="31">
                  <c:v>1.4063</c:v>
                </c:pt>
                <c:pt idx="32">
                  <c:v>1.4005</c:v>
                </c:pt>
                <c:pt idx="33">
                  <c:v>1.4218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Data'!$F$2:$F$35</c:f>
              <c:numCache>
                <c:formatCode>General</c:formatCode>
                <c:ptCount val="34"/>
                <c:pt idx="0">
                  <c:v>1.457389</c:v>
                </c:pt>
                <c:pt idx="1">
                  <c:v>1.453823</c:v>
                </c:pt>
                <c:pt idx="2">
                  <c:v>1.450257</c:v>
                </c:pt>
                <c:pt idx="3">
                  <c:v>1.446691</c:v>
                </c:pt>
                <c:pt idx="4">
                  <c:v>1.443125</c:v>
                </c:pt>
                <c:pt idx="5">
                  <c:v>1.439559</c:v>
                </c:pt>
                <c:pt idx="6">
                  <c:v>1.435993</c:v>
                </c:pt>
                <c:pt idx="7">
                  <c:v>1.432426</c:v>
                </c:pt>
                <c:pt idx="8">
                  <c:v>1.42886</c:v>
                </c:pt>
                <c:pt idx="9">
                  <c:v>1.425294</c:v>
                </c:pt>
                <c:pt idx="10">
                  <c:v>1.421728</c:v>
                </c:pt>
                <c:pt idx="11">
                  <c:v>1.418162</c:v>
                </c:pt>
                <c:pt idx="12">
                  <c:v>1.414596</c:v>
                </c:pt>
                <c:pt idx="13">
                  <c:v>1.41103</c:v>
                </c:pt>
                <c:pt idx="14">
                  <c:v>1.407464</c:v>
                </c:pt>
                <c:pt idx="15">
                  <c:v>1.403897</c:v>
                </c:pt>
                <c:pt idx="16">
                  <c:v>1.400331</c:v>
                </c:pt>
                <c:pt idx="17">
                  <c:v>1.396765</c:v>
                </c:pt>
                <c:pt idx="18">
                  <c:v>1.393199</c:v>
                </c:pt>
                <c:pt idx="19">
                  <c:v>1.389633</c:v>
                </c:pt>
                <c:pt idx="20">
                  <c:v>1.386067</c:v>
                </c:pt>
                <c:pt idx="21">
                  <c:v>1.382501</c:v>
                </c:pt>
                <c:pt idx="22">
                  <c:v>1.378935</c:v>
                </c:pt>
                <c:pt idx="23">
                  <c:v>1.375368</c:v>
                </c:pt>
                <c:pt idx="24">
                  <c:v>1.371802</c:v>
                </c:pt>
                <c:pt idx="25">
                  <c:v>1.368236</c:v>
                </c:pt>
                <c:pt idx="26">
                  <c:v>1.36467</c:v>
                </c:pt>
                <c:pt idx="27">
                  <c:v>1.361104</c:v>
                </c:pt>
                <c:pt idx="28">
                  <c:v>1.357538</c:v>
                </c:pt>
                <c:pt idx="29">
                  <c:v>1.353972</c:v>
                </c:pt>
                <c:pt idx="30">
                  <c:v>1.350406</c:v>
                </c:pt>
                <c:pt idx="31">
                  <c:v>1.346839</c:v>
                </c:pt>
                <c:pt idx="32">
                  <c:v>1.343273</c:v>
                </c:pt>
                <c:pt idx="33">
                  <c:v>1.339707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Data'!$G$2:$G$35</c:f>
              <c:numCache>
                <c:formatCode>General</c:formatCode>
                <c:ptCount val="34"/>
                <c:pt idx="0">
                  <c:v>135</c:v>
                </c:pt>
                <c:pt idx="1">
                  <c:v>136</c:v>
                </c:pt>
                <c:pt idx="2">
                  <c:v>137</c:v>
                </c:pt>
                <c:pt idx="3">
                  <c:v>138</c:v>
                </c:pt>
                <c:pt idx="4">
                  <c:v>139</c:v>
                </c:pt>
                <c:pt idx="5">
                  <c:v>140</c:v>
                </c:pt>
                <c:pt idx="6">
                  <c:v>141</c:v>
                </c:pt>
                <c:pt idx="7">
                  <c:v>142</c:v>
                </c:pt>
                <c:pt idx="8">
                  <c:v>143</c:v>
                </c:pt>
                <c:pt idx="9">
                  <c:v>144</c:v>
                </c:pt>
                <c:pt idx="10">
                  <c:v>145</c:v>
                </c:pt>
                <c:pt idx="11">
                  <c:v>146</c:v>
                </c:pt>
                <c:pt idx="12">
                  <c:v>147</c:v>
                </c:pt>
                <c:pt idx="13">
                  <c:v>148</c:v>
                </c:pt>
                <c:pt idx="14">
                  <c:v>149</c:v>
                </c:pt>
                <c:pt idx="15">
                  <c:v>150</c:v>
                </c:pt>
                <c:pt idx="16">
                  <c:v>151</c:v>
                </c:pt>
                <c:pt idx="17">
                  <c:v>152</c:v>
                </c:pt>
                <c:pt idx="18">
                  <c:v>153</c:v>
                </c:pt>
                <c:pt idx="19">
                  <c:v>154</c:v>
                </c:pt>
                <c:pt idx="20">
                  <c:v>155</c:v>
                </c:pt>
                <c:pt idx="21">
                  <c:v>156</c:v>
                </c:pt>
                <c:pt idx="22">
                  <c:v>157</c:v>
                </c:pt>
                <c:pt idx="23">
                  <c:v>158</c:v>
                </c:pt>
                <c:pt idx="24">
                  <c:v>159</c:v>
                </c:pt>
                <c:pt idx="25">
                  <c:v>160</c:v>
                </c:pt>
                <c:pt idx="26">
                  <c:v>161</c:v>
                </c:pt>
                <c:pt idx="27">
                  <c:v>162</c:v>
                </c:pt>
                <c:pt idx="28">
                  <c:v>163</c:v>
                </c:pt>
                <c:pt idx="29">
                  <c:v>164</c:v>
                </c:pt>
                <c:pt idx="30">
                  <c:v>165</c:v>
                </c:pt>
                <c:pt idx="31">
                  <c:v>166</c:v>
                </c:pt>
                <c:pt idx="32">
                  <c:v>167</c:v>
                </c:pt>
                <c:pt idx="33">
                  <c:v>168</c:v>
                </c:pt>
              </c:numCache>
            </c:numRef>
          </c:cat>
          <c:val>
            <c:numRef>
              <c:f>'Chart Data'!$H$2:$H$35</c:f>
              <c:numCache>
                <c:formatCode>General</c:formatCode>
                <c:ptCount val="34"/>
                <c:pt idx="0">
                  <c:v>1.484649</c:v>
                </c:pt>
                <c:pt idx="1">
                  <c:v>1.477544</c:v>
                </c:pt>
                <c:pt idx="2">
                  <c:v>1.473434</c:v>
                </c:pt>
                <c:pt idx="3">
                  <c:v>1.468298</c:v>
                </c:pt>
                <c:pt idx="4">
                  <c:v>1.465577</c:v>
                </c:pt>
                <c:pt idx="5">
                  <c:v>1.461942</c:v>
                </c:pt>
                <c:pt idx="6">
                  <c:v>1.45769</c:v>
                </c:pt>
                <c:pt idx="7">
                  <c:v>1.453222</c:v>
                </c:pt>
                <c:pt idx="8">
                  <c:v>1.448406</c:v>
                </c:pt>
                <c:pt idx="9">
                  <c:v>1.446558</c:v>
                </c:pt>
                <c:pt idx="10">
                  <c:v>1.442784</c:v>
                </c:pt>
                <c:pt idx="11">
                  <c:v>1.441253</c:v>
                </c:pt>
                <c:pt idx="12">
                  <c:v>1.437286</c:v>
                </c:pt>
                <c:pt idx="13">
                  <c:v>1.432847</c:v>
                </c:pt>
                <c:pt idx="14">
                  <c:v>1.431282</c:v>
                </c:pt>
                <c:pt idx="15">
                  <c:v>1.429603</c:v>
                </c:pt>
                <c:pt idx="16">
                  <c:v>1.431493</c:v>
                </c:pt>
                <c:pt idx="17">
                  <c:v>1.444244</c:v>
                </c:pt>
                <c:pt idx="18">
                  <c:v>1.438716</c:v>
                </c:pt>
                <c:pt idx="19">
                  <c:v>1.435267</c:v>
                </c:pt>
                <c:pt idx="20">
                  <c:v>1.4302</c:v>
                </c:pt>
                <c:pt idx="21">
                  <c:v>1.421905</c:v>
                </c:pt>
                <c:pt idx="22">
                  <c:v>1.419781</c:v>
                </c:pt>
                <c:pt idx="23">
                  <c:v>1.415296</c:v>
                </c:pt>
                <c:pt idx="24">
                  <c:v>1.413492</c:v>
                </c:pt>
                <c:pt idx="25">
                  <c:v>1.409912</c:v>
                </c:pt>
                <c:pt idx="26">
                  <c:v>1.40562</c:v>
                </c:pt>
                <c:pt idx="27">
                  <c:v>1.403983</c:v>
                </c:pt>
                <c:pt idx="28">
                  <c:v>1.399581</c:v>
                </c:pt>
                <c:pt idx="29">
                  <c:v>1.398037</c:v>
                </c:pt>
                <c:pt idx="30">
                  <c:v>1.394325</c:v>
                </c:pt>
                <c:pt idx="31">
                  <c:v>1.392669</c:v>
                </c:pt>
                <c:pt idx="32">
                  <c:v>1.388524</c:v>
                </c:pt>
                <c:pt idx="33">
                  <c:v>1.397643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实测容量</c:v>
          </c:tx>
          <c:spPr>
            <a:solidFill xmlns:a="http://schemas.openxmlformats.org/drawingml/2006/main">
              <a:srgbClr val="172B3A"/>
            </a:solidFill>
          </c:spPr>
          <c:marker>
            <c:symbol val="none"/>
          </c:marker>
          <c:cat>
            <c:numRef>
              <c:f>'Chart Data'!$A$2:$A$28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Data'!$B$2:$B$28</c:f>
              <c:numCache>
                <c:formatCode>General</c:formatCode>
                <c:ptCount val="27"/>
                <c:pt idx="0">
                  <c:v>1.4604</c:v>
                </c:pt>
                <c:pt idx="1">
                  <c:v>1.4501</c:v>
                </c:pt>
                <c:pt idx="2">
                  <c:v>1.4381</c:v>
                </c:pt>
                <c:pt idx="3">
                  <c:v>1.4284</c:v>
                </c:pt>
                <c:pt idx="4">
                  <c:v>1.4148</c:v>
                </c:pt>
                <c:pt idx="5">
                  <c:v>1.4139</c:v>
                </c:pt>
                <c:pt idx="6">
                  <c:v>1.3989</c:v>
                </c:pt>
                <c:pt idx="7">
                  <c:v>1.3953</c:v>
                </c:pt>
                <c:pt idx="8">
                  <c:v>1.39</c:v>
                </c:pt>
                <c:pt idx="9">
                  <c:v>1.386</c:v>
                </c:pt>
                <c:pt idx="10">
                  <c:v>1.3882</c:v>
                </c:pt>
                <c:pt idx="11">
                  <c:v>1.3762</c:v>
                </c:pt>
                <c:pt idx="12">
                  <c:v>1.3647</c:v>
                </c:pt>
                <c:pt idx="13">
                  <c:v>1.359</c:v>
                </c:pt>
                <c:pt idx="14">
                  <c:v>1.3462</c:v>
                </c:pt>
                <c:pt idx="15">
                  <c:v>1.4268</c:v>
                </c:pt>
                <c:pt idx="16">
                  <c:v>1.4064</c:v>
                </c:pt>
                <c:pt idx="17">
                  <c:v>1.3935</c:v>
                </c:pt>
                <c:pt idx="18">
                  <c:v>1.3882</c:v>
                </c:pt>
                <c:pt idx="19">
                  <c:v>1.3702</c:v>
                </c:pt>
                <c:pt idx="20">
                  <c:v>1.3797</c:v>
                </c:pt>
                <c:pt idx="21">
                  <c:v>1.3687</c:v>
                </c:pt>
                <c:pt idx="22">
                  <c:v>1.3627</c:v>
                </c:pt>
                <c:pt idx="23">
                  <c:v>1.3634</c:v>
                </c:pt>
                <c:pt idx="24">
                  <c:v>1.3519</c:v>
                </c:pt>
                <c:pt idx="25">
                  <c:v>1.3548</c:v>
                </c:pt>
                <c:pt idx="26">
                  <c:v>1.3411</c:v>
                </c:pt>
              </c:numCache>
            </c:numRef>
          </c:val>
          <c:smooth val="0"/>
        </c:ser>
        <c:ser>
          <c:idx val="1"/>
          <c:order val="1"/>
          <c:tx>
            <c:v>上一循环基线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Data'!$C$2:$C$28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Data'!$D$2:$D$28</c:f>
              <c:numCache>
                <c:formatCode>General</c:formatCode>
                <c:ptCount val="27"/>
                <c:pt idx="0">
                  <c:v>1.3567</c:v>
                </c:pt>
                <c:pt idx="1">
                  <c:v>1.4604</c:v>
                </c:pt>
                <c:pt idx="2">
                  <c:v>1.4501</c:v>
                </c:pt>
                <c:pt idx="3">
                  <c:v>1.4381</c:v>
                </c:pt>
                <c:pt idx="4">
                  <c:v>1.4284</c:v>
                </c:pt>
                <c:pt idx="5">
                  <c:v>1.4148</c:v>
                </c:pt>
                <c:pt idx="6">
                  <c:v>1.4139</c:v>
                </c:pt>
                <c:pt idx="7">
                  <c:v>1.3989</c:v>
                </c:pt>
                <c:pt idx="8">
                  <c:v>1.3953</c:v>
                </c:pt>
                <c:pt idx="9">
                  <c:v>1.39</c:v>
                </c:pt>
                <c:pt idx="10">
                  <c:v>1.386</c:v>
                </c:pt>
                <c:pt idx="11">
                  <c:v>1.3882</c:v>
                </c:pt>
                <c:pt idx="12">
                  <c:v>1.3762</c:v>
                </c:pt>
                <c:pt idx="13">
                  <c:v>1.3647</c:v>
                </c:pt>
                <c:pt idx="14">
                  <c:v>1.359</c:v>
                </c:pt>
                <c:pt idx="15">
                  <c:v>1.3462</c:v>
                </c:pt>
                <c:pt idx="16">
                  <c:v>1.4268</c:v>
                </c:pt>
                <c:pt idx="17">
                  <c:v>1.4064</c:v>
                </c:pt>
                <c:pt idx="18">
                  <c:v>1.3935</c:v>
                </c:pt>
                <c:pt idx="19">
                  <c:v>1.3882</c:v>
                </c:pt>
                <c:pt idx="20">
                  <c:v>1.3702</c:v>
                </c:pt>
                <c:pt idx="21">
                  <c:v>1.3797</c:v>
                </c:pt>
                <c:pt idx="22">
                  <c:v>1.3687</c:v>
                </c:pt>
                <c:pt idx="23">
                  <c:v>1.3627</c:v>
                </c:pt>
                <c:pt idx="24">
                  <c:v>1.3634</c:v>
                </c:pt>
                <c:pt idx="25">
                  <c:v>1.3519</c:v>
                </c:pt>
                <c:pt idx="26">
                  <c:v>1.3548</c:v>
                </c:pt>
              </c:numCache>
            </c:numRef>
          </c:val>
          <c:smooth val="0"/>
        </c:ser>
        <c:ser>
          <c:idx val="2"/>
          <c:order val="2"/>
          <c:tx>
            <c:v>循环线性回归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Data'!$E$2:$E$28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Data'!$F$2:$F$28</c:f>
              <c:numCache>
                <c:formatCode>General</c:formatCode>
                <c:ptCount val="27"/>
                <c:pt idx="0">
                  <c:v>1.355834</c:v>
                </c:pt>
                <c:pt idx="1">
                  <c:v>1.351217</c:v>
                </c:pt>
                <c:pt idx="2">
                  <c:v>1.3466</c:v>
                </c:pt>
                <c:pt idx="3">
                  <c:v>1.341984</c:v>
                </c:pt>
                <c:pt idx="4">
                  <c:v>1.337367</c:v>
                </c:pt>
                <c:pt idx="5">
                  <c:v>1.332751</c:v>
                </c:pt>
                <c:pt idx="6">
                  <c:v>1.328134</c:v>
                </c:pt>
                <c:pt idx="7">
                  <c:v>1.323517</c:v>
                </c:pt>
                <c:pt idx="8">
                  <c:v>1.318901</c:v>
                </c:pt>
                <c:pt idx="9">
                  <c:v>1.314284</c:v>
                </c:pt>
                <c:pt idx="10">
                  <c:v>1.309667</c:v>
                </c:pt>
                <c:pt idx="11">
                  <c:v>1.305051</c:v>
                </c:pt>
                <c:pt idx="12">
                  <c:v>1.300434</c:v>
                </c:pt>
                <c:pt idx="13">
                  <c:v>1.295817</c:v>
                </c:pt>
                <c:pt idx="14">
                  <c:v>1.291201</c:v>
                </c:pt>
                <c:pt idx="15">
                  <c:v>1.286584</c:v>
                </c:pt>
                <c:pt idx="16">
                  <c:v>1.281968</c:v>
                </c:pt>
                <c:pt idx="17">
                  <c:v>1.277351</c:v>
                </c:pt>
                <c:pt idx="18">
                  <c:v>1.272734</c:v>
                </c:pt>
                <c:pt idx="19">
                  <c:v>1.268118</c:v>
                </c:pt>
                <c:pt idx="20">
                  <c:v>1.263501</c:v>
                </c:pt>
                <c:pt idx="21">
                  <c:v>1.258884</c:v>
                </c:pt>
                <c:pt idx="22">
                  <c:v>1.254268</c:v>
                </c:pt>
                <c:pt idx="23">
                  <c:v>1.249651</c:v>
                </c:pt>
                <c:pt idx="24">
                  <c:v>1.245034</c:v>
                </c:pt>
                <c:pt idx="25">
                  <c:v>1.240418</c:v>
                </c:pt>
                <c:pt idx="26">
                  <c:v>1.235801</c:v>
                </c:pt>
              </c:numCache>
            </c:numRef>
          </c:val>
          <c:smooth val="0"/>
        </c:ser>
        <c:ser>
          <c:idx val="3"/>
          <c:order val="3"/>
          <c:tx>
            <c:v>历史特征岭回归</c:v>
          </c:tx>
          <c:spPr>
            <a:solidFill xmlns:a="http://schemas.openxmlformats.org/drawingml/2006/main">
              <a:srgbClr val="647D32"/>
            </a:solidFill>
          </c:spPr>
          <c:marker>
            <c:symbol val="none"/>
          </c:marker>
          <c:cat>
            <c:numRef>
              <c:f>'Chart Data'!$G$2:$G$28</c:f>
              <c:numCache>
                <c:formatCode>General</c:formatCode>
                <c:ptCount val="27"/>
                <c:pt idx="0">
                  <c:v>106</c:v>
                </c:pt>
                <c:pt idx="1">
                  <c:v>107</c:v>
                </c:pt>
                <c:pt idx="2">
                  <c:v>108</c:v>
                </c:pt>
                <c:pt idx="3">
                  <c:v>109</c:v>
                </c:pt>
                <c:pt idx="4">
                  <c:v>110</c:v>
                </c:pt>
                <c:pt idx="5">
                  <c:v>111</c:v>
                </c:pt>
                <c:pt idx="6">
                  <c:v>112</c:v>
                </c:pt>
                <c:pt idx="7">
                  <c:v>113</c:v>
                </c:pt>
                <c:pt idx="8">
                  <c:v>114</c:v>
                </c:pt>
                <c:pt idx="9">
                  <c:v>115</c:v>
                </c:pt>
                <c:pt idx="10">
                  <c:v>116</c:v>
                </c:pt>
                <c:pt idx="11">
                  <c:v>117</c:v>
                </c:pt>
                <c:pt idx="12">
                  <c:v>118</c:v>
                </c:pt>
                <c:pt idx="13">
                  <c:v>119</c:v>
                </c:pt>
                <c:pt idx="14">
                  <c:v>120</c:v>
                </c:pt>
                <c:pt idx="15">
                  <c:v>121</c:v>
                </c:pt>
                <c:pt idx="16">
                  <c:v>122</c:v>
                </c:pt>
                <c:pt idx="17">
                  <c:v>123</c:v>
                </c:pt>
                <c:pt idx="18">
                  <c:v>124</c:v>
                </c:pt>
                <c:pt idx="19">
                  <c:v>125</c:v>
                </c:pt>
                <c:pt idx="20">
                  <c:v>126</c:v>
                </c:pt>
                <c:pt idx="21">
                  <c:v>127</c:v>
                </c:pt>
                <c:pt idx="22">
                  <c:v>128</c:v>
                </c:pt>
                <c:pt idx="23">
                  <c:v>129</c:v>
                </c:pt>
                <c:pt idx="24">
                  <c:v>130</c:v>
                </c:pt>
                <c:pt idx="25">
                  <c:v>131</c:v>
                </c:pt>
                <c:pt idx="26">
                  <c:v>132</c:v>
                </c:pt>
              </c:numCache>
            </c:numRef>
          </c:cat>
          <c:val>
            <c:numRef>
              <c:f>'Chart Data'!$H$2:$H$28</c:f>
              <c:numCache>
                <c:formatCode>General</c:formatCode>
                <c:ptCount val="27"/>
                <c:pt idx="0">
                  <c:v>1.354819</c:v>
                </c:pt>
                <c:pt idx="1">
                  <c:v>1.410569</c:v>
                </c:pt>
                <c:pt idx="2">
                  <c:v>1.409747</c:v>
                </c:pt>
                <c:pt idx="3">
                  <c:v>1.406117</c:v>
                </c:pt>
                <c:pt idx="4">
                  <c:v>1.40211</c:v>
                </c:pt>
                <c:pt idx="5">
                  <c:v>1.394572</c:v>
                </c:pt>
                <c:pt idx="6">
                  <c:v>1.390733</c:v>
                </c:pt>
                <c:pt idx="7">
                  <c:v>1.379654</c:v>
                </c:pt>
                <c:pt idx="8">
                  <c:v>1.374627</c:v>
                </c:pt>
                <c:pt idx="9">
                  <c:v>1.369054</c:v>
                </c:pt>
                <c:pt idx="10">
                  <c:v>1.364491</c:v>
                </c:pt>
                <c:pt idx="11">
                  <c:v>1.363468</c:v>
                </c:pt>
                <c:pt idx="12">
                  <c:v>1.355207</c:v>
                </c:pt>
                <c:pt idx="13">
                  <c:v>1.346626</c:v>
                </c:pt>
                <c:pt idx="14">
                  <c:v>1.340866</c:v>
                </c:pt>
                <c:pt idx="15">
                  <c:v>1.331125</c:v>
                </c:pt>
                <c:pt idx="16">
                  <c:v>1.37327</c:v>
                </c:pt>
                <c:pt idx="17">
                  <c:v>1.364749</c:v>
                </c:pt>
                <c:pt idx="18">
                  <c:v>1.358642</c:v>
                </c:pt>
                <c:pt idx="19">
                  <c:v>1.355518</c:v>
                </c:pt>
                <c:pt idx="20">
                  <c:v>1.344686</c:v>
                </c:pt>
                <c:pt idx="21">
                  <c:v>1.346307</c:v>
                </c:pt>
                <c:pt idx="22">
                  <c:v>1.338077</c:v>
                </c:pt>
                <c:pt idx="23">
                  <c:v>1.332467</c:v>
                </c:pt>
                <c:pt idx="24">
                  <c:v>1.330617</c:v>
                </c:pt>
                <c:pt idx="25">
                  <c:v>1.322569</c:v>
                </c:pt>
                <c:pt idx="26">
                  <c:v>1.321781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原始容量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Data'!$A$2:$A$12</c:f>
              <c:numCache>
                <c:formatCode>General</c:formatCode>
                <c:ptCount val="11"/>
                <c:pt idx="0">
                  <c:v>85</c:v>
                </c:pt>
                <c:pt idx="1">
                  <c:v>86</c:v>
                </c:pt>
                <c:pt idx="2">
                  <c:v>87</c:v>
                </c:pt>
                <c:pt idx="3">
                  <c:v>88</c:v>
                </c:pt>
                <c:pt idx="4">
                  <c:v>89</c:v>
                </c:pt>
                <c:pt idx="5">
                  <c:v>90</c:v>
                </c:pt>
                <c:pt idx="6">
                  <c:v>91</c:v>
                </c:pt>
                <c:pt idx="7">
                  <c:v>92</c:v>
                </c:pt>
                <c:pt idx="8">
                  <c:v>93</c:v>
                </c:pt>
                <c:pt idx="9">
                  <c:v>94</c:v>
                </c:pt>
                <c:pt idx="10">
                  <c:v>95</c:v>
                </c:pt>
              </c:numCache>
            </c:numRef>
          </c:cat>
          <c:val>
            <c:numRef>
              <c:f>'Chart Data'!$B$2:$B$12</c:f>
              <c:numCache>
                <c:formatCode>General</c:formatCode>
                <c:ptCount val="11"/>
                <c:pt idx="0">
                  <c:v>1.4516</c:v>
                </c:pt>
                <c:pt idx="1">
                  <c:v>1.4519</c:v>
                </c:pt>
                <c:pt idx="2">
                  <c:v>1.4471</c:v>
                </c:pt>
                <c:pt idx="3">
                  <c:v>1.4469</c:v>
                </c:pt>
                <c:pt idx="4">
                  <c:v>1.4417</c:v>
                </c:pt>
                <c:pt idx="5">
                  <c:v>1.5936</c:v>
                </c:pt>
                <c:pt idx="6">
                  <c:v>1.5464</c:v>
                </c:pt>
                <c:pt idx="7">
                  <c:v>1.5147</c:v>
                </c:pt>
                <c:pt idx="8">
                  <c:v>1.499</c:v>
                </c:pt>
                <c:pt idx="9">
                  <c:v>1.4831</c:v>
                </c:pt>
                <c:pt idx="10">
                  <c:v>1.473</c:v>
                </c:pt>
              </c:numCache>
            </c:numRef>
          </c:val>
          <c:smooth val="0"/>
        </c:ser>
        <c:ser>
          <c:idx val="1"/>
          <c:order val="1"/>
          <c:tx>
            <c:v>限幅对照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Data'!$C$2:$C$12</c:f>
              <c:numCache>
                <c:formatCode>General</c:formatCode>
                <c:ptCount val="11"/>
                <c:pt idx="0">
                  <c:v>85</c:v>
                </c:pt>
                <c:pt idx="1">
                  <c:v>86</c:v>
                </c:pt>
                <c:pt idx="2">
                  <c:v>87</c:v>
                </c:pt>
                <c:pt idx="3">
                  <c:v>88</c:v>
                </c:pt>
                <c:pt idx="4">
                  <c:v>89</c:v>
                </c:pt>
                <c:pt idx="5">
                  <c:v>90</c:v>
                </c:pt>
                <c:pt idx="6">
                  <c:v>91</c:v>
                </c:pt>
                <c:pt idx="7">
                  <c:v>92</c:v>
                </c:pt>
                <c:pt idx="8">
                  <c:v>93</c:v>
                </c:pt>
                <c:pt idx="9">
                  <c:v>94</c:v>
                </c:pt>
                <c:pt idx="10">
                  <c:v>95</c:v>
                </c:pt>
              </c:numCache>
            </c:numRef>
          </c:cat>
          <c:val>
            <c:numRef>
              <c:f>'Chart Data'!$D$2:$D$12</c:f>
              <c:numCache>
                <c:formatCode>General</c:formatCode>
                <c:ptCount val="11"/>
                <c:pt idx="0">
                  <c:v>1.4516</c:v>
                </c:pt>
                <c:pt idx="1">
                  <c:v>1.4519</c:v>
                </c:pt>
                <c:pt idx="2">
                  <c:v>1.4471</c:v>
                </c:pt>
                <c:pt idx="3">
                  <c:v>1.4469</c:v>
                </c:pt>
                <c:pt idx="4">
                  <c:v>1.4417</c:v>
                </c:pt>
                <c:pt idx="5">
                  <c:v>1.46735</c:v>
                </c:pt>
                <c:pt idx="6">
                  <c:v>1.54715</c:v>
                </c:pt>
                <c:pt idx="7">
                  <c:v>1.5147</c:v>
                </c:pt>
                <c:pt idx="8">
                  <c:v>1.499</c:v>
                </c:pt>
                <c:pt idx="9">
                  <c:v>1.4831</c:v>
                </c:pt>
                <c:pt idx="10">
                  <c:v>1.473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原始容量</c:v>
          </c:tx>
          <c:spPr>
            <a:solidFill xmlns:a="http://schemas.openxmlformats.org/drawingml/2006/main">
              <a:srgbClr val="176B87"/>
            </a:solidFill>
          </c:spPr>
          <c:marker>
            <c:symbol val="none"/>
          </c:marker>
          <c:cat>
            <c:numRef>
              <c:f>'Chart Data'!$A$2:$A$11</c:f>
              <c:numCache>
                <c:formatCode>General</c:formatCode>
                <c:ptCount val="10"/>
                <c:pt idx="0">
                  <c:v>42</c:v>
                </c:pt>
                <c:pt idx="1">
                  <c:v>43</c:v>
                </c:pt>
                <c:pt idx="2">
                  <c:v>44</c:v>
                </c:pt>
                <c:pt idx="3">
                  <c:v>45</c:v>
                </c:pt>
                <c:pt idx="4">
                  <c:v>46</c:v>
                </c:pt>
                <c:pt idx="5">
                  <c:v>47</c:v>
                </c:pt>
                <c:pt idx="6">
                  <c:v>48</c:v>
                </c:pt>
                <c:pt idx="7">
                  <c:v>49</c:v>
                </c:pt>
                <c:pt idx="8">
                  <c:v>50</c:v>
                </c:pt>
                <c:pt idx="9">
                  <c:v>51</c:v>
                </c:pt>
              </c:numCache>
            </c:num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1.6324</c:v>
                </c:pt>
                <c:pt idx="1">
                  <c:v>1.6164</c:v>
                </c:pt>
                <c:pt idx="2">
                  <c:v>1.6109</c:v>
                </c:pt>
                <c:pt idx="3">
                  <c:v>1.5955</c:v>
                </c:pt>
                <c:pt idx="4">
                  <c:v>1.7267</c:v>
                </c:pt>
                <c:pt idx="5">
                  <c:v>1.7166</c:v>
                </c:pt>
                <c:pt idx="6">
                  <c:v>1.6958</c:v>
                </c:pt>
                <c:pt idx="7">
                  <c:v>1.6778</c:v>
                </c:pt>
                <c:pt idx="8">
                  <c:v>1.6607</c:v>
                </c:pt>
                <c:pt idx="9">
                  <c:v>1.6664</c:v>
                </c:pt>
              </c:numCache>
            </c:numRef>
          </c:val>
          <c:smooth val="0"/>
        </c:ser>
        <c:ser>
          <c:idx val="1"/>
          <c:order val="1"/>
          <c:tx>
            <c:v>限幅对照</c:v>
          </c:tx>
          <c:spPr>
            <a:solidFill xmlns:a="http://schemas.openxmlformats.org/drawingml/2006/main">
              <a:srgbClr val="D3662E"/>
            </a:solidFill>
          </c:spPr>
          <c:marker>
            <c:symbol val="none"/>
          </c:marker>
          <c:cat>
            <c:numRef>
              <c:f>'Chart Data'!$C$2:$C$11</c:f>
              <c:numCache>
                <c:formatCode>General</c:formatCode>
                <c:ptCount val="10"/>
                <c:pt idx="0">
                  <c:v>42</c:v>
                </c:pt>
                <c:pt idx="1">
                  <c:v>43</c:v>
                </c:pt>
                <c:pt idx="2">
                  <c:v>44</c:v>
                </c:pt>
                <c:pt idx="3">
                  <c:v>45</c:v>
                </c:pt>
                <c:pt idx="4">
                  <c:v>46</c:v>
                </c:pt>
                <c:pt idx="5">
                  <c:v>47</c:v>
                </c:pt>
                <c:pt idx="6">
                  <c:v>48</c:v>
                </c:pt>
                <c:pt idx="7">
                  <c:v>49</c:v>
                </c:pt>
                <c:pt idx="8">
                  <c:v>50</c:v>
                </c:pt>
                <c:pt idx="9">
                  <c:v>51</c:v>
                </c:pt>
              </c:numCache>
            </c:numRef>
          </c:cat>
          <c:val>
            <c:numRef>
              <c:f>'Chart Data'!$D$2:$D$11</c:f>
              <c:numCache>
                <c:formatCode>General</c:formatCode>
                <c:ptCount val="10"/>
                <c:pt idx="0">
                  <c:v>1.6324</c:v>
                </c:pt>
                <c:pt idx="1">
                  <c:v>1.6164</c:v>
                </c:pt>
                <c:pt idx="2">
                  <c:v>1.6109</c:v>
                </c:pt>
                <c:pt idx="3">
                  <c:v>1.5955</c:v>
                </c:pt>
                <c:pt idx="4">
                  <c:v>1.615675</c:v>
                </c:pt>
                <c:pt idx="5">
                  <c:v>1.7166</c:v>
                </c:pt>
                <c:pt idx="6">
                  <c:v>1.6958</c:v>
                </c:pt>
                <c:pt idx="7">
                  <c:v>1.6778</c:v>
                </c:pt>
                <c:pt idx="8">
                  <c:v>1.6607</c:v>
                </c:pt>
                <c:pt idx="9">
                  <c:v>1.6664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循环次数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容量（Ah）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1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容量保持基线</c:v>
          </c:tx>
          <c:spPr>
            <a:solidFill xmlns:a="http://schemas.openxmlformats.org/drawingml/2006/main">
              <a:srgbClr val="176B87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提前1次</c:v>
                </c:pt>
                <c:pt idx="1">
                  <c:v>提前5次</c:v>
                </c:pt>
                <c:pt idx="2">
                  <c:v>提前10次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0.015843</c:v>
                </c:pt>
                <c:pt idx="1">
                  <c:v>0.027493</c:v>
                </c:pt>
                <c:pt idx="2">
                  <c:v>0.039159</c:v>
                </c:pt>
              </c:numCache>
            </c:numRef>
          </c:val>
        </c:ser>
        <c:ser>
          <c:idx val="1"/>
          <c:order val="1"/>
          <c:tx>
            <c:v>最近20次线性趋势</c:v>
          </c:tx>
          <c:spPr>
            <a:solidFill xmlns:a="http://schemas.openxmlformats.org/drawingml/2006/main">
              <a:srgbClr val="D3662E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提前1次</c:v>
                </c:pt>
                <c:pt idx="1">
                  <c:v>提前5次</c:v>
                </c:pt>
                <c:pt idx="2">
                  <c:v>提前10次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0.019684</c:v>
                </c:pt>
                <c:pt idx="1">
                  <c:v>0.020587</c:v>
                </c:pt>
                <c:pt idx="2">
                  <c:v>0.022365</c:v>
                </c:pt>
              </c:numCache>
            </c:numRef>
          </c:val>
        </c:ser>
        <c:ser>
          <c:idx val="2"/>
          <c:order val="2"/>
          <c:tx>
            <c:v>直接多步岭回归</c:v>
          </c:tx>
          <c:spPr>
            <a:solidFill xmlns:a="http://schemas.openxmlformats.org/drawingml/2006/main">
              <a:srgbClr val="647D32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提前1次</c:v>
                </c:pt>
                <c:pt idx="1">
                  <c:v>提前5次</c:v>
                </c:pt>
                <c:pt idx="2">
                  <c:v>提前10次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0.018593</c:v>
                </c:pt>
                <c:pt idx="1">
                  <c:v>0.030157</c:v>
                </c:pt>
                <c:pt idx="2">
                  <c:v>0.043007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 Unicode MS"/>
                    <a:ea typeface="Arial Unicode MS"/>
                    <a:cs typeface="Arial Unicode MS"/>
                  </a:rPr>
                  <a:t>四块电池RMSE算术平均（Ah）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E261F-207D-4F4B-AD90-E95A0772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电池健康评估：数据探索与容量建模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9D709-87E4-43EB-824B-55584635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92813-F4F1-44F7-B015-12C906CF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B33F7-A15B-4C23-BFDB-3F15D8E2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2B3A"/>
                </a:solidFill>
              </a:defRPr>
            </a:defPPr>
            <a:lvl1pPr>
              <a:buNone/>
              <a:defRPr sz="2400">
                <a:solidFill>
                  <a:srgbClr val="172B3A"/>
                </a:solidFill>
              </a:defRPr>
            </a:lvl1pPr>
            <a:lvl2pPr>
              <a:buNone/>
              <a:defRPr sz="2400">
                <a:solidFill>
                  <a:srgbClr val="172B3A"/>
                </a:solidFill>
              </a:defRPr>
            </a:lvl2pPr>
            <a:lvl3pPr>
              <a:buNone/>
              <a:defRPr sz="2400">
                <a:solidFill>
                  <a:srgbClr val="172B3A"/>
                </a:solidFill>
              </a:defRPr>
            </a:lvl3pPr>
            <a:lvl4pPr>
              <a:buNone/>
              <a:defRPr sz="2400">
                <a:solidFill>
                  <a:srgbClr val="172B3A"/>
                </a:solidFill>
              </a:defRPr>
            </a:lvl4pPr>
            <a:lvl5pPr>
              <a:buNone/>
              <a:defRPr sz="2400">
                <a:solidFill>
                  <a:srgbClr val="172B3A"/>
                </a:solidFill>
              </a:defRPr>
            </a:lvl5pPr>
            <a:lvl6pPr>
              <a:buNone/>
              <a:defRPr sz="2400">
                <a:solidFill>
                  <a:srgbClr val="172B3A"/>
                </a:solidFill>
              </a:defRPr>
            </a:lvl6pPr>
            <a:lvl7pPr>
              <a:buNone/>
              <a:defRPr sz="2400">
                <a:solidFill>
                  <a:srgbClr val="172B3A"/>
                </a:solidFill>
              </a:defRPr>
            </a:lvl7pPr>
            <a:lvl8pPr>
              <a:buNone/>
              <a:defRPr sz="2400">
                <a:solidFill>
                  <a:srgbClr val="172B3A"/>
                </a:solidFill>
              </a:defRPr>
            </a:lvl8pPr>
            <a:lvl9pPr>
              <a:buNone/>
              <a:defRPr sz="24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2B3A"/>
                </a:solidFill>
              </a:defRPr>
            </a:pPr>
            <a:r>
              <a:rPr sz="2400">
                <a:solidFill>
                  <a:srgbClr val="172B3A"/>
                </a:solidFill>
              </a:rPr>
              <a:t>题目三  无人设备电池健康评估与剩余寿命预测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22D15-C2D0-462A-9F68-FA691994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763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2B3A"/>
                </a:solidFill>
              </a:defRPr>
            </a:defPPr>
            <a:lvl1pPr>
              <a:buNone/>
              <a:defRPr sz="2325">
                <a:solidFill>
                  <a:srgbClr val="172B3A"/>
                </a:solidFill>
              </a:defRPr>
            </a:lvl1pPr>
            <a:lvl2pPr>
              <a:buNone/>
              <a:defRPr sz="2325">
                <a:solidFill>
                  <a:srgbClr val="172B3A"/>
                </a:solidFill>
              </a:defRPr>
            </a:lvl2pPr>
            <a:lvl3pPr>
              <a:buNone/>
              <a:defRPr sz="2325">
                <a:solidFill>
                  <a:srgbClr val="172B3A"/>
                </a:solidFill>
              </a:defRPr>
            </a:lvl3pPr>
            <a:lvl4pPr>
              <a:buNone/>
              <a:defRPr sz="2325">
                <a:solidFill>
                  <a:srgbClr val="172B3A"/>
                </a:solidFill>
              </a:defRPr>
            </a:lvl4pPr>
            <a:lvl5pPr>
              <a:buNone/>
              <a:defRPr sz="2325">
                <a:solidFill>
                  <a:srgbClr val="172B3A"/>
                </a:solidFill>
              </a:defRPr>
            </a:lvl5pPr>
            <a:lvl6pPr>
              <a:buNone/>
              <a:defRPr sz="2325">
                <a:solidFill>
                  <a:srgbClr val="172B3A"/>
                </a:solidFill>
              </a:defRPr>
            </a:lvl6pPr>
            <a:lvl7pPr>
              <a:buNone/>
              <a:defRPr sz="2325">
                <a:solidFill>
                  <a:srgbClr val="172B3A"/>
                </a:solidFill>
              </a:defRPr>
            </a:lvl7pPr>
            <a:lvl8pPr>
              <a:buNone/>
              <a:defRPr sz="2325">
                <a:solidFill>
                  <a:srgbClr val="172B3A"/>
                </a:solidFill>
              </a:defRPr>
            </a:lvl8pPr>
            <a:lvl9pPr>
              <a:buNone/>
              <a:defRPr sz="23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01  读取与清洗：检查数据质量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02  可视化退化：比较个体差异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03  单步容量建模</a:t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04  误差、寿命外推与预警分析</a:t>
            </a:r>
          </a:p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05  提前1、5、10次的容量建模</a:t>
            </a:r>
          </a:p>
        </p:txBody>
      </p:sp>
    </p:spTree>
    <p:extLst>
      <p:ext uri="{BB962C8B-B14F-4D97-AF65-F5344CB8AC3E}">
        <p14:creationId xmlns:p14="http://schemas.microsoft.com/office/powerpoint/2010/main" val="6676479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B73E2-7B0D-4BF4-9F9C-C06E3AAE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01 / 数据读取：一行代表一次放电循环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EC738-6165-4CFD-88B4-A7E24EAE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66CE3-8DA2-4827-91A7-536D6C86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30C02-5C43-417A-BB65-AD29A33D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</a:defRPr>
            </a:defPPr>
            <a:lvl1pPr>
              <a:buNone/>
              <a:defRPr sz="2325">
                <a:solidFill>
                  <a:srgbClr val="176B87"/>
                </a:solidFill>
              </a:defRPr>
            </a:lvl1pPr>
            <a:lvl2pPr>
              <a:buNone/>
              <a:defRPr sz="2325">
                <a:solidFill>
                  <a:srgbClr val="176B87"/>
                </a:solidFill>
              </a:defRPr>
            </a:lvl2pPr>
            <a:lvl3pPr>
              <a:buNone/>
              <a:defRPr sz="2325">
                <a:solidFill>
                  <a:srgbClr val="176B87"/>
                </a:solidFill>
              </a:defRPr>
            </a:lvl3pPr>
            <a:lvl4pPr>
              <a:buNone/>
              <a:defRPr sz="2325">
                <a:solidFill>
                  <a:srgbClr val="176B87"/>
                </a:solidFill>
              </a:defRPr>
            </a:lvl4pPr>
            <a:lvl5pPr>
              <a:buNone/>
              <a:defRPr sz="2325">
                <a:solidFill>
                  <a:srgbClr val="176B87"/>
                </a:solidFill>
              </a:defRPr>
            </a:lvl5pPr>
            <a:lvl6pPr>
              <a:buNone/>
              <a:defRPr sz="2325">
                <a:solidFill>
                  <a:srgbClr val="176B87"/>
                </a:solidFill>
              </a:defRPr>
            </a:lvl6pPr>
            <a:lvl7pPr>
              <a:buNone/>
              <a:defRPr sz="2325">
                <a:solidFill>
                  <a:srgbClr val="176B87"/>
                </a:solidFill>
              </a:defRPr>
            </a:lvl7pPr>
            <a:lvl8pPr>
              <a:buNone/>
              <a:defRPr sz="2325">
                <a:solidFill>
                  <a:srgbClr val="176B87"/>
                </a:solidFill>
              </a:defRPr>
            </a:lvl8pPr>
            <a:lvl9pPr>
              <a:buNone/>
              <a:defRPr sz="2325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</a:defRPr>
            </a:pPr>
            <a:r>
              <a:rPr sz="2325">
                <a:solidFill>
                  <a:srgbClr val="176B87"/>
                </a:solidFill>
              </a:rPr>
              <a:t>pd.read_csv(..., encoding="utf-8-sig")</a:t>
            </a:r>
          </a:p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</a:defRPr>
            </a:pPr>
            <a:r>
              <a:rPr sz="2325">
                <a:solidFill>
                  <a:srgbClr val="176B87"/>
                </a:solidFill>
              </a:rPr>
              <a:t>df.head()    df.shape    df.dtypes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91B83-6E34-4E17-A833-07B4C143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10858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</a:defRPr>
            </a:defPPr>
            <a:lvl1pPr>
              <a:buNone/>
              <a:defRPr sz="2100">
                <a:solidFill>
                  <a:srgbClr val="172B3A"/>
                </a:solidFill>
              </a:defRPr>
            </a:lvl1pPr>
            <a:lvl2pPr>
              <a:buNone/>
              <a:defRPr sz="2100">
                <a:solidFill>
                  <a:srgbClr val="172B3A"/>
                </a:solidFill>
              </a:defRPr>
            </a:lvl2pPr>
            <a:lvl3pPr>
              <a:buNone/>
              <a:defRPr sz="2100">
                <a:solidFill>
                  <a:srgbClr val="172B3A"/>
                </a:solidFill>
              </a:defRPr>
            </a:lvl3pPr>
            <a:lvl4pPr>
              <a:buNone/>
              <a:defRPr sz="2100">
                <a:solidFill>
                  <a:srgbClr val="172B3A"/>
                </a:solidFill>
              </a:defRPr>
            </a:lvl4pPr>
            <a:lvl5pPr>
              <a:buNone/>
              <a:defRPr sz="2100">
                <a:solidFill>
                  <a:srgbClr val="172B3A"/>
                </a:solidFill>
              </a:defRPr>
            </a:lvl5pPr>
            <a:lvl6pPr>
              <a:buNone/>
              <a:defRPr sz="2100">
                <a:solidFill>
                  <a:srgbClr val="172B3A"/>
                </a:solidFill>
              </a:defRPr>
            </a:lvl6pPr>
            <a:lvl7pPr>
              <a:buNone/>
              <a:defRPr sz="2100">
                <a:solidFill>
                  <a:srgbClr val="172B3A"/>
                </a:solidFill>
              </a:defRPr>
            </a:lvl7pPr>
            <a:lvl8pPr>
              <a:buNone/>
              <a:defRPr sz="2100">
                <a:solidFill>
                  <a:srgbClr val="172B3A"/>
                </a:solidFill>
              </a:defRPr>
            </a:lvl8pPr>
            <a:lvl9pPr>
              <a:buNone/>
              <a:defRPr sz="21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636行 × 4列；4块电池；环境温度均为24℃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battery_id：电池编号      cycle：放电循环次数</a:t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capacity_Ah：放电容量   ambient_temp_C：环境温度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</a:defRPr>
            </a:pPr>
            <a:r>
              <a:rPr sz="2100">
                <a:solidFill>
                  <a:srgbClr val="172B3A"/>
                </a:solidFill>
              </a:rPr>
              <a:t>B0005 / B0006 / B0007 各168次；B0018 为132次</a:t>
            </a:r>
          </a:p>
        </p:txBody>
      </p:sp>
    </p:spTree>
    <p:extLst>
      <p:ext uri="{BB962C8B-B14F-4D97-AF65-F5344CB8AC3E}">
        <p14:creationId xmlns:p14="http://schemas.microsoft.com/office/powerpoint/2010/main" val="13847793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85684-93A2-4EF2-BA4F-4B0DB2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01 / 清洗：先验证，再决定是否处理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8EA32-9CC4-4201-BB49-06DFAA52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FEF7E-F7A7-42BD-8058-66A7223E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2EE13-DB5A-4035-8EF5-905C72CA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6B87"/>
                </a:solidFill>
              </a:defRPr>
            </a:defPPr>
            <a:lvl1pPr>
              <a:buNone/>
              <a:defRPr sz="2400">
                <a:solidFill>
                  <a:srgbClr val="176B87"/>
                </a:solidFill>
              </a:defRPr>
            </a:lvl1pPr>
            <a:lvl2pPr>
              <a:buNone/>
              <a:defRPr sz="2400">
                <a:solidFill>
                  <a:srgbClr val="176B87"/>
                </a:solidFill>
              </a:defRPr>
            </a:lvl2pPr>
            <a:lvl3pPr>
              <a:buNone/>
              <a:defRPr sz="2400">
                <a:solidFill>
                  <a:srgbClr val="176B87"/>
                </a:solidFill>
              </a:defRPr>
            </a:lvl3pPr>
            <a:lvl4pPr>
              <a:buNone/>
              <a:defRPr sz="2400">
                <a:solidFill>
                  <a:srgbClr val="176B87"/>
                </a:solidFill>
              </a:defRPr>
            </a:lvl4pPr>
            <a:lvl5pPr>
              <a:buNone/>
              <a:defRPr sz="2400">
                <a:solidFill>
                  <a:srgbClr val="176B87"/>
                </a:solidFill>
              </a:defRPr>
            </a:lvl5pPr>
            <a:lvl6pPr>
              <a:buNone/>
              <a:defRPr sz="2400">
                <a:solidFill>
                  <a:srgbClr val="176B87"/>
                </a:solidFill>
              </a:defRPr>
            </a:lvl6pPr>
            <a:lvl7pPr>
              <a:buNone/>
              <a:defRPr sz="2400">
                <a:solidFill>
                  <a:srgbClr val="176B87"/>
                </a:solidFill>
              </a:defRPr>
            </a:lvl7pPr>
            <a:lvl8pPr>
              <a:buNone/>
              <a:defRPr sz="2400">
                <a:solidFill>
                  <a:srgbClr val="176B87"/>
                </a:solidFill>
              </a:defRPr>
            </a:lvl8pPr>
            <a:lvl9pPr>
              <a:buNone/>
              <a:defRPr sz="240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</a:defRPr>
            </a:pPr>
            <a:r>
              <a:rPr sz="2400">
                <a:solidFill>
                  <a:srgbClr val="176B87"/>
                </a:solidFill>
              </a:rPr>
              <a:t>字段规范 → 数值转换 → 缺失与重复检查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</a:defRPr>
            </a:pPr>
            <a:r>
              <a:rPr sz="2400">
                <a:solidFill>
                  <a:srgbClr val="176B87"/>
                </a:solidFill>
              </a:rPr>
              <a:t>有效数值与正容量 → 循环连续性 → 分组排序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4B149-86B4-4A76-9021-118AFF8C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0858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</a:defRPr>
            </a:defPPr>
            <a:lvl1pPr>
              <a:buNone/>
              <a:defRPr sz="2025">
                <a:solidFill>
                  <a:srgbClr val="172B3A"/>
                </a:solidFill>
              </a:defRPr>
            </a:lvl1pPr>
            <a:lvl2pPr>
              <a:buNone/>
              <a:defRPr sz="2025">
                <a:solidFill>
                  <a:srgbClr val="172B3A"/>
                </a:solidFill>
              </a:defRPr>
            </a:lvl2pPr>
            <a:lvl3pPr>
              <a:buNone/>
              <a:defRPr sz="2025">
                <a:solidFill>
                  <a:srgbClr val="172B3A"/>
                </a:solidFill>
              </a:defRPr>
            </a:lvl3pPr>
            <a:lvl4pPr>
              <a:buNone/>
              <a:defRPr sz="2025">
                <a:solidFill>
                  <a:srgbClr val="172B3A"/>
                </a:solidFill>
              </a:defRPr>
            </a:lvl4pPr>
            <a:lvl5pPr>
              <a:buNone/>
              <a:defRPr sz="2025">
                <a:solidFill>
                  <a:srgbClr val="172B3A"/>
                </a:solidFill>
              </a:defRPr>
            </a:lvl5pPr>
            <a:lvl6pPr>
              <a:buNone/>
              <a:defRPr sz="2025">
                <a:solidFill>
                  <a:srgbClr val="172B3A"/>
                </a:solidFill>
              </a:defRPr>
            </a:lvl6pPr>
            <a:lvl7pPr>
              <a:buNone/>
              <a:defRPr sz="2025">
                <a:solidFill>
                  <a:srgbClr val="172B3A"/>
                </a:solidFill>
              </a:defRPr>
            </a:lvl7pPr>
            <a:lvl8pPr>
              <a:buNone/>
              <a:defRPr sz="2025">
                <a:solidFill>
                  <a:srgbClr val="172B3A"/>
                </a:solidFill>
              </a:defRPr>
            </a:lvl8pPr>
            <a:lvl9pPr>
              <a:buNone/>
              <a:defRPr sz="20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实测检查：缺失0；重复0；主键冲突0；循环缺口0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清洗前636行 → 清洗后636行；容量范围1.1538–2.0353 Ah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输出 battery_clean.csv 与 battery_summary.csv</a:t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保留原始CSV；不插值、不平滑、不删除局部回升</a:t>
            </a:r>
          </a:p>
        </p:txBody>
      </p:sp>
    </p:spTree>
    <p:extLst>
      <p:ext uri="{BB962C8B-B14F-4D97-AF65-F5344CB8AC3E}">
        <p14:creationId xmlns:p14="http://schemas.microsoft.com/office/powerpoint/2010/main" val="19464332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D2720-784F-429F-B750-23B20815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02 / 画图前：明确两种比较口径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B3A19-4C64-42A1-8DA8-6CA8740B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288B0-654C-48E0-BF35-03DAA8AD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5395E-2D6B-46D7-912A-1E644D04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完整容量曲线：横轴循环次数，纵轴容量Ah</a:t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逐块电池 groupby 后 plt.plot，B0018在132次处结束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B2F44-3B1C-4257-8417-29B34290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10858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</a:defRPr>
            </a:defPPr>
            <a:lvl1pPr>
              <a:buNone/>
              <a:defRPr sz="2250">
                <a:solidFill>
                  <a:srgbClr val="176B87"/>
                </a:solidFill>
              </a:defRPr>
            </a:lvl1pPr>
            <a:lvl2pPr>
              <a:buNone/>
              <a:defRPr sz="2250">
                <a:solidFill>
                  <a:srgbClr val="176B87"/>
                </a:solidFill>
              </a:defRPr>
            </a:lvl2pPr>
            <a:lvl3pPr>
              <a:buNone/>
              <a:defRPr sz="2250">
                <a:solidFill>
                  <a:srgbClr val="176B87"/>
                </a:solidFill>
              </a:defRPr>
            </a:lvl3pPr>
            <a:lvl4pPr>
              <a:buNone/>
              <a:defRPr sz="2250">
                <a:solidFill>
                  <a:srgbClr val="176B87"/>
                </a:solidFill>
              </a:defRPr>
            </a:lvl4pPr>
            <a:lvl5pPr>
              <a:buNone/>
              <a:defRPr sz="2250">
                <a:solidFill>
                  <a:srgbClr val="176B87"/>
                </a:solidFill>
              </a:defRPr>
            </a:lvl5pPr>
            <a:lvl6pPr>
              <a:buNone/>
              <a:defRPr sz="2250">
                <a:solidFill>
                  <a:srgbClr val="176B87"/>
                </a:solidFill>
              </a:defRPr>
            </a:lvl6pPr>
            <a:lvl7pPr>
              <a:buNone/>
              <a:defRPr sz="2250">
                <a:solidFill>
                  <a:srgbClr val="176B87"/>
                </a:solidFill>
              </a:defRPr>
            </a:lvl7pPr>
            <a:lvl8pPr>
              <a:buNone/>
              <a:defRPr sz="2250">
                <a:solidFill>
                  <a:srgbClr val="176B87"/>
                </a:solidFill>
              </a:defRPr>
            </a:lvl8pPr>
            <a:lvl9pPr>
              <a:buNone/>
              <a:defRPr sz="225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共同窗口：第1—132次循环</a:t>
            </a:r>
          </a:p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相对容量 = 当前容量 ÷ 本电池首循环容量 × 100%</a:t>
            </a:r>
          </a:p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下降比例 = (1 − 第132次容量 ÷ 首循环容量) × 100%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35906-FC58-4C8C-A346-39D872BF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</a:defRPr>
            </a:defPPr>
            <a:lvl1pPr>
              <a:buNone/>
              <a:defRPr sz="2025">
                <a:solidFill>
                  <a:srgbClr val="172B3A"/>
                </a:solidFill>
              </a:defRPr>
            </a:lvl1pPr>
            <a:lvl2pPr>
              <a:buNone/>
              <a:defRPr sz="2025">
                <a:solidFill>
                  <a:srgbClr val="172B3A"/>
                </a:solidFill>
              </a:defRPr>
            </a:lvl2pPr>
            <a:lvl3pPr>
              <a:buNone/>
              <a:defRPr sz="2025">
                <a:solidFill>
                  <a:srgbClr val="172B3A"/>
                </a:solidFill>
              </a:defRPr>
            </a:lvl3pPr>
            <a:lvl4pPr>
              <a:buNone/>
              <a:defRPr sz="2025">
                <a:solidFill>
                  <a:srgbClr val="172B3A"/>
                </a:solidFill>
              </a:defRPr>
            </a:lvl4pPr>
            <a:lvl5pPr>
              <a:buNone/>
              <a:defRPr sz="2025">
                <a:solidFill>
                  <a:srgbClr val="172B3A"/>
                </a:solidFill>
              </a:defRPr>
            </a:lvl5pPr>
            <a:lvl6pPr>
              <a:buNone/>
              <a:defRPr sz="2025">
                <a:solidFill>
                  <a:srgbClr val="172B3A"/>
                </a:solidFill>
              </a:defRPr>
            </a:lvl6pPr>
            <a:lvl7pPr>
              <a:buNone/>
              <a:defRPr sz="2025">
                <a:solidFill>
                  <a:srgbClr val="172B3A"/>
                </a:solidFill>
              </a:defRPr>
            </a:lvl7pPr>
            <a:lvl8pPr>
              <a:buNone/>
              <a:defRPr sz="2025">
                <a:solidFill>
                  <a:srgbClr val="172B3A"/>
                </a:solidFill>
              </a:defRPr>
            </a:lvl8pPr>
            <a:lvl9pPr>
              <a:buNone/>
              <a:defRPr sz="20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</a:defRPr>
            </a:pPr>
            <a:r>
              <a:rPr sz="2025">
                <a:solidFill>
                  <a:srgbClr val="172B3A"/>
                </a:solidFill>
              </a:rPr>
              <a:t>目的：区分“初始容量大小”和“相对退化程度”。</a:t>
            </a:r>
          </a:p>
        </p:txBody>
      </p:sp>
    </p:spTree>
    <p:extLst>
      <p:ext uri="{BB962C8B-B14F-4D97-AF65-F5344CB8AC3E}">
        <p14:creationId xmlns:p14="http://schemas.microsoft.com/office/powerpoint/2010/main" val="16551335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DA1CA-1344-457A-9F69-072D6109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实际容量曲线：前三块电池的全部168次记录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BDA67-B2D7-4654-8A7A-06683416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E5B21-996F-49B0-BB90-88864277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6E0385D-2E30-40D2-B58A-252728562F04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355e33b70141e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AAB62-590C-4E7C-AA78-D1211801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初始容量高，不代表后期仍保持较高容量；局部回升并未被抹去。</a:t>
            </a:r>
          </a:p>
        </p:txBody>
      </p:sp>
    </p:spTree>
    <p:extLst>
      <p:ext uri="{BB962C8B-B14F-4D97-AF65-F5344CB8AC3E}">
        <p14:creationId xmlns:p14="http://schemas.microsoft.com/office/powerpoint/2010/main" val="4286013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19E04-2C64-4554-956A-A0DB3D96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B0018：观测到132次，之后没有数据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F6A99-9617-4A3F-AA1B-9D5ACB58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93D8A-4A52-41ED-8F15-259481BD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A30728D-A2A4-46E8-9B6D-A085A2329D02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4bc51e8c404f9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088F4-6E88-43AE-961F-527175A7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1.8550 Ah → 1.3411 Ah；观测结束不等于失效，后续状态未知。</a:t>
            </a:r>
          </a:p>
        </p:txBody>
      </p:sp>
    </p:spTree>
    <p:extLst>
      <p:ext uri="{BB962C8B-B14F-4D97-AF65-F5344CB8AC3E}">
        <p14:creationId xmlns:p14="http://schemas.microsoft.com/office/powerpoint/2010/main" val="4466774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43DE5-C5AA-47CB-9195-DD9148CC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统一前132次后，B0006退化最多，B0007最少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5B61E-218A-4EB5-91BB-BD4082D5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0CE29-192B-4B34-B5C7-381BFBB4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36D486A5-61DC-4D4F-B927-D98A98441843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c7f358dacb49a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BC64A-C5A3-4232-A034-7933DD90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</a:defRPr>
            </a:defPPr>
            <a:lvl1pPr>
              <a:buNone/>
              <a:defRPr sz="1950">
                <a:solidFill>
                  <a:srgbClr val="172B3A"/>
                </a:solidFill>
              </a:defRPr>
            </a:lvl1pPr>
            <a:lvl2pPr>
              <a:buNone/>
              <a:defRPr sz="1950">
                <a:solidFill>
                  <a:srgbClr val="172B3A"/>
                </a:solidFill>
              </a:defRPr>
            </a:lvl2pPr>
            <a:lvl3pPr>
              <a:buNone/>
              <a:defRPr sz="1950">
                <a:solidFill>
                  <a:srgbClr val="172B3A"/>
                </a:solidFill>
              </a:defRPr>
            </a:lvl3pPr>
            <a:lvl4pPr>
              <a:buNone/>
              <a:defRPr sz="1950">
                <a:solidFill>
                  <a:srgbClr val="172B3A"/>
                </a:solidFill>
              </a:defRPr>
            </a:lvl4pPr>
            <a:lvl5pPr>
              <a:buNone/>
              <a:defRPr sz="1950">
                <a:solidFill>
                  <a:srgbClr val="172B3A"/>
                </a:solidFill>
              </a:defRPr>
            </a:lvl5pPr>
            <a:lvl6pPr>
              <a:buNone/>
              <a:defRPr sz="1950">
                <a:solidFill>
                  <a:srgbClr val="172B3A"/>
                </a:solidFill>
              </a:defRPr>
            </a:lvl6pPr>
            <a:lvl7pPr>
              <a:buNone/>
              <a:defRPr sz="1950">
                <a:solidFill>
                  <a:srgbClr val="172B3A"/>
                </a:solidFill>
              </a:defRPr>
            </a:lvl7pPr>
            <a:lvl8pPr>
              <a:buNone/>
              <a:defRPr sz="1950">
                <a:solidFill>
                  <a:srgbClr val="172B3A"/>
                </a:solidFill>
              </a:defRPr>
            </a:lvl8pPr>
            <a:lvl9pPr>
              <a:buNone/>
              <a:defRPr sz="195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</a:defRPr>
            </a:pPr>
            <a:r>
              <a:rPr sz="1950">
                <a:solidFill>
                  <a:srgbClr val="172B3A"/>
                </a:solidFill>
              </a:rPr>
              <a:t>首循环统一为100%；同一观察长度下比较相对退化程度。</a:t>
            </a:r>
          </a:p>
        </p:txBody>
      </p:sp>
    </p:spTree>
    <p:extLst>
      <p:ext uri="{BB962C8B-B14F-4D97-AF65-F5344CB8AC3E}">
        <p14:creationId xmlns:p14="http://schemas.microsoft.com/office/powerpoint/2010/main" val="1763399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4D2EB-9C31-4E66-9306-F920BD6A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差异量化：同样经历131个循环间隔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A5717-77D2-4B1E-B9A4-1CA93909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743BB-C772-436A-AD80-B73C79B7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6BD214ED-8A38-49DE-B945-77179A8F1664}"/>
              </a:ext>
            </a:extLst>
          </p:cNvPr>
          <p:cNvGraphicFramePr/>
          <p:nvPr/>
        </p:nvGraphicFramePr>
        <p:xfrm>
          <a:off xmlns:a="http://schemas.openxmlformats.org/drawingml/2006/main" x="619125" y="1524000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c5d8999c3947b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FDC93-06CE-494E-ABF9-E861853D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2861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B0005  26.49%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B0006  35.36%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B0007  21.90%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B0018  27.70%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2A5F4-98AA-4858-8E1E-34DD127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</a:defRPr>
            </a:defPPr>
            <a:lvl1pPr>
              <a:buNone/>
              <a:defRPr sz="1875">
                <a:solidFill>
                  <a:srgbClr val="172B3A"/>
                </a:solidFill>
              </a:defRPr>
            </a:lvl1pPr>
            <a:lvl2pPr>
              <a:buNone/>
              <a:defRPr sz="1875">
                <a:solidFill>
                  <a:srgbClr val="172B3A"/>
                </a:solidFill>
              </a:defRPr>
            </a:lvl2pPr>
            <a:lvl3pPr>
              <a:buNone/>
              <a:defRPr sz="1875">
                <a:solidFill>
                  <a:srgbClr val="172B3A"/>
                </a:solidFill>
              </a:defRPr>
            </a:lvl3pPr>
            <a:lvl4pPr>
              <a:buNone/>
              <a:defRPr sz="1875">
                <a:solidFill>
                  <a:srgbClr val="172B3A"/>
                </a:solidFill>
              </a:defRPr>
            </a:lvl4pPr>
            <a:lvl5pPr>
              <a:buNone/>
              <a:defRPr sz="1875">
                <a:solidFill>
                  <a:srgbClr val="172B3A"/>
                </a:solidFill>
              </a:defRPr>
            </a:lvl5pPr>
            <a:lvl6pPr>
              <a:buNone/>
              <a:defRPr sz="1875">
                <a:solidFill>
                  <a:srgbClr val="172B3A"/>
                </a:solidFill>
              </a:defRPr>
            </a:lvl6pPr>
            <a:lvl7pPr>
              <a:buNone/>
              <a:defRPr sz="1875">
                <a:solidFill>
                  <a:srgbClr val="172B3A"/>
                </a:solidFill>
              </a:defRPr>
            </a:lvl7pPr>
            <a:lvl8pPr>
              <a:buNone/>
              <a:defRPr sz="1875">
                <a:solidFill>
                  <a:srgbClr val="172B3A"/>
                </a:solidFill>
              </a:defRPr>
            </a:lvl8pPr>
            <a:lvl9pPr>
              <a:buNone/>
              <a:defRPr sz="18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</a:defRPr>
            </a:pPr>
            <a:r>
              <a:rPr sz="1875">
                <a:solidFill>
                  <a:srgbClr val="172B3A"/>
                </a:solidFill>
              </a:rPr>
              <a:t>B0006比B0007多下降13.46个百分点；这是观测差异，不是因果解释。</a:t>
            </a:r>
          </a:p>
        </p:txBody>
      </p:sp>
    </p:spTree>
    <p:extLst>
      <p:ext uri="{BB962C8B-B14F-4D97-AF65-F5344CB8AC3E}">
        <p14:creationId xmlns:p14="http://schemas.microsoft.com/office/powerpoint/2010/main" val="1993171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9FDC2-19D2-4BB8-A9E5-F65B3933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局部回升值得保留，但不能据此解释原因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D6B8A-BDFC-4571-A5EC-B6EA0813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2010E-F4CB-410C-B81E-53E307E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7263F-E721-4416-B89E-5948C14E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2B3A"/>
                </a:solidFill>
              </a:defRPr>
            </a:defPPr>
            <a:lvl1pPr>
              <a:buNone/>
              <a:defRPr sz="2325">
                <a:solidFill>
                  <a:srgbClr val="172B3A"/>
                </a:solidFill>
              </a:defRPr>
            </a:lvl1pPr>
            <a:lvl2pPr>
              <a:buNone/>
              <a:defRPr sz="2325">
                <a:solidFill>
                  <a:srgbClr val="172B3A"/>
                </a:solidFill>
              </a:defRPr>
            </a:lvl2pPr>
            <a:lvl3pPr>
              <a:buNone/>
              <a:defRPr sz="2325">
                <a:solidFill>
                  <a:srgbClr val="172B3A"/>
                </a:solidFill>
              </a:defRPr>
            </a:lvl3pPr>
            <a:lvl4pPr>
              <a:buNone/>
              <a:defRPr sz="2325">
                <a:solidFill>
                  <a:srgbClr val="172B3A"/>
                </a:solidFill>
              </a:defRPr>
            </a:lvl4pPr>
            <a:lvl5pPr>
              <a:buNone/>
              <a:defRPr sz="2325">
                <a:solidFill>
                  <a:srgbClr val="172B3A"/>
                </a:solidFill>
              </a:defRPr>
            </a:lvl5pPr>
            <a:lvl6pPr>
              <a:buNone/>
              <a:defRPr sz="2325">
                <a:solidFill>
                  <a:srgbClr val="172B3A"/>
                </a:solidFill>
              </a:defRPr>
            </a:lvl6pPr>
            <a:lvl7pPr>
              <a:buNone/>
              <a:defRPr sz="2325">
                <a:solidFill>
                  <a:srgbClr val="172B3A"/>
                </a:solidFill>
              </a:defRPr>
            </a:lvl7pPr>
            <a:lvl8pPr>
              <a:buNone/>
              <a:defRPr sz="2325">
                <a:solidFill>
                  <a:srgbClr val="172B3A"/>
                </a:solidFill>
              </a:defRPr>
            </a:lvl8pPr>
            <a:lvl9pPr>
              <a:buNone/>
              <a:defRPr sz="23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2B3A"/>
                </a:solidFill>
              </a:defRPr>
            </a:pPr>
            <a:r>
              <a:rPr sz="2325">
                <a:solidFill>
                  <a:srgbClr val="172B3A"/>
                </a:solidFill>
              </a:rPr>
              <a:t>前132次中的回升间隔数（每块均有131个间隔）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04491E-4123-4EBC-9250-D73439F4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</a:defRPr>
            </a:defPPr>
            <a:lvl1pPr>
              <a:buNone/>
              <a:defRPr sz="2250">
                <a:solidFill>
                  <a:srgbClr val="176B87"/>
                </a:solidFill>
              </a:defRPr>
            </a:lvl1pPr>
            <a:lvl2pPr>
              <a:buNone/>
              <a:defRPr sz="2250">
                <a:solidFill>
                  <a:srgbClr val="176B87"/>
                </a:solidFill>
              </a:defRPr>
            </a:lvl2pPr>
            <a:lvl3pPr>
              <a:buNone/>
              <a:defRPr sz="2250">
                <a:solidFill>
                  <a:srgbClr val="176B87"/>
                </a:solidFill>
              </a:defRPr>
            </a:lvl3pPr>
            <a:lvl4pPr>
              <a:buNone/>
              <a:defRPr sz="2250">
                <a:solidFill>
                  <a:srgbClr val="176B87"/>
                </a:solidFill>
              </a:defRPr>
            </a:lvl4pPr>
            <a:lvl5pPr>
              <a:buNone/>
              <a:defRPr sz="2250">
                <a:solidFill>
                  <a:srgbClr val="176B87"/>
                </a:solidFill>
              </a:defRPr>
            </a:lvl5pPr>
            <a:lvl6pPr>
              <a:buNone/>
              <a:defRPr sz="2250">
                <a:solidFill>
                  <a:srgbClr val="176B87"/>
                </a:solidFill>
              </a:defRPr>
            </a:lvl6pPr>
            <a:lvl7pPr>
              <a:buNone/>
              <a:defRPr sz="2250">
                <a:solidFill>
                  <a:srgbClr val="176B87"/>
                </a:solidFill>
              </a:defRPr>
            </a:lvl7pPr>
            <a:lvl8pPr>
              <a:buNone/>
              <a:defRPr sz="2250">
                <a:solidFill>
                  <a:srgbClr val="176B87"/>
                </a:solidFill>
              </a:defRPr>
            </a:lvl8pPr>
            <a:lvl9pPr>
              <a:buNone/>
              <a:defRPr sz="225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</a:defRPr>
            </a:pPr>
            <a:r>
              <a:rPr sz="2250">
                <a:solidFill>
                  <a:srgbClr val="176B87"/>
                </a:solidFill>
              </a:rPr>
              <a:t>B0005：22次        B0006：18次        B0007：34次        B0018：21次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38A51-9830-46E2-A6F4-0AC32EB1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1085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整体退化与短期波动同时存在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回升次数 ≠ 回升幅度，也不能单独作为健康排名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缺少内阻、电流、负载等字段，不能断言差异的物理原因</a:t>
            </a:r>
          </a:p>
        </p:txBody>
      </p:sp>
    </p:spTree>
    <p:extLst>
      <p:ext uri="{BB962C8B-B14F-4D97-AF65-F5344CB8AC3E}">
        <p14:creationId xmlns:p14="http://schemas.microsoft.com/office/powerpoint/2010/main" val="8511279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4BC46-E754-4130-A1B2-92D37A8D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</a:defRPr>
            </a:defPPr>
            <a:lvl1pPr>
              <a:buNone/>
              <a:defRPr sz="2925">
                <a:solidFill>
                  <a:srgbClr val="172B3A"/>
                </a:solidFill>
              </a:defRPr>
            </a:lvl1pPr>
            <a:lvl2pPr>
              <a:buNone/>
              <a:defRPr sz="2925">
                <a:solidFill>
                  <a:srgbClr val="172B3A"/>
                </a:solidFill>
              </a:defRPr>
            </a:lvl2pPr>
            <a:lvl3pPr>
              <a:buNone/>
              <a:defRPr sz="2925">
                <a:solidFill>
                  <a:srgbClr val="172B3A"/>
                </a:solidFill>
              </a:defRPr>
            </a:lvl3pPr>
            <a:lvl4pPr>
              <a:buNone/>
              <a:defRPr sz="2925">
                <a:solidFill>
                  <a:srgbClr val="172B3A"/>
                </a:solidFill>
              </a:defRPr>
            </a:lvl4pPr>
            <a:lvl5pPr>
              <a:buNone/>
              <a:defRPr sz="2925">
                <a:solidFill>
                  <a:srgbClr val="172B3A"/>
                </a:solidFill>
              </a:defRPr>
            </a:lvl5pPr>
            <a:lvl6pPr>
              <a:buNone/>
              <a:defRPr sz="2925">
                <a:solidFill>
                  <a:srgbClr val="172B3A"/>
                </a:solidFill>
              </a:defRPr>
            </a:lvl6pPr>
            <a:lvl7pPr>
              <a:buNone/>
              <a:defRPr sz="2925">
                <a:solidFill>
                  <a:srgbClr val="172B3A"/>
                </a:solidFill>
              </a:defRPr>
            </a:lvl7pPr>
            <a:lvl8pPr>
              <a:buNone/>
              <a:defRPr sz="2925">
                <a:solidFill>
                  <a:srgbClr val="172B3A"/>
                </a:solidFill>
              </a:defRPr>
            </a:lvl8pPr>
            <a:lvl9pPr>
              <a:buNone/>
              <a:defRPr sz="292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</a:defRPr>
            </a:pPr>
            <a:r>
              <a:rPr sz="2925">
                <a:solidFill>
                  <a:srgbClr val="172B3A"/>
                </a:solidFill>
              </a:rPr>
              <a:t>前两步小结与建模任务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D6F2D-DE8B-4A3C-846B-07DD189F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</a:defRPr>
            </a:defPPr>
            <a:lvl1pPr>
              <a:buNone/>
              <a:defRPr sz="1200">
                <a:solidFill>
                  <a:srgbClr val="687985"/>
                </a:solidFill>
              </a:defRPr>
            </a:lvl1pPr>
            <a:lvl2pPr>
              <a:buNone/>
              <a:defRPr sz="1200">
                <a:solidFill>
                  <a:srgbClr val="687985"/>
                </a:solidFill>
              </a:defRPr>
            </a:lvl2pPr>
            <a:lvl3pPr>
              <a:buNone/>
              <a:defRPr sz="1200">
                <a:solidFill>
                  <a:srgbClr val="687985"/>
                </a:solidFill>
              </a:defRPr>
            </a:lvl3pPr>
            <a:lvl4pPr>
              <a:buNone/>
              <a:defRPr sz="1200">
                <a:solidFill>
                  <a:srgbClr val="687985"/>
                </a:solidFill>
              </a:defRPr>
            </a:lvl4pPr>
            <a:lvl5pPr>
              <a:buNone/>
              <a:defRPr sz="1200">
                <a:solidFill>
                  <a:srgbClr val="687985"/>
                </a:solidFill>
              </a:defRPr>
            </a:lvl5pPr>
            <a:lvl6pPr>
              <a:buNone/>
              <a:defRPr sz="1200">
                <a:solidFill>
                  <a:srgbClr val="687985"/>
                </a:solidFill>
              </a:defRPr>
            </a:lvl6pPr>
            <a:lvl7pPr>
              <a:buNone/>
              <a:defRPr sz="1200">
                <a:solidFill>
                  <a:srgbClr val="687985"/>
                </a:solidFill>
              </a:defRPr>
            </a:lvl7pPr>
            <a:lvl8pPr>
              <a:buNone/>
              <a:defRPr sz="1200">
                <a:solidFill>
                  <a:srgbClr val="687985"/>
                </a:solidFill>
              </a:defRPr>
            </a:lvl8pPr>
            <a:lvl9pPr>
              <a:buNone/>
              <a:defRPr sz="1200">
                <a:solidFill>
                  <a:srgbClr val="687985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</a:defRPr>
            </a:pPr>
            <a:r>
              <a:rPr sz="1200">
                <a:solidFill>
                  <a:srgbClr val="687985"/>
                </a:solidFill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58274-074E-42E9-9C76-22785136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</a:defRPr>
            </a:defPPr>
            <a:lvl1pPr>
              <a:buNone/>
              <a:defRPr sz="1200">
                <a:solidFill>
                  <a:srgbClr val="172B3A"/>
                </a:solidFill>
              </a:defRPr>
            </a:lvl1pPr>
            <a:lvl2pPr>
              <a:buNone/>
              <a:defRPr sz="1200">
                <a:solidFill>
                  <a:srgbClr val="172B3A"/>
                </a:solidFill>
              </a:defRPr>
            </a:lvl2pPr>
            <a:lvl3pPr>
              <a:buNone/>
              <a:defRPr sz="1200">
                <a:solidFill>
                  <a:srgbClr val="172B3A"/>
                </a:solidFill>
              </a:defRPr>
            </a:lvl3pPr>
            <a:lvl4pPr>
              <a:buNone/>
              <a:defRPr sz="1200">
                <a:solidFill>
                  <a:srgbClr val="172B3A"/>
                </a:solidFill>
              </a:defRPr>
            </a:lvl4pPr>
            <a:lvl5pPr>
              <a:buNone/>
              <a:defRPr sz="1200">
                <a:solidFill>
                  <a:srgbClr val="172B3A"/>
                </a:solidFill>
              </a:defRPr>
            </a:lvl5pPr>
            <a:lvl6pPr>
              <a:buNone/>
              <a:defRPr sz="1200">
                <a:solidFill>
                  <a:srgbClr val="172B3A"/>
                </a:solidFill>
              </a:defRPr>
            </a:lvl6pPr>
            <a:lvl7pPr>
              <a:buNone/>
              <a:defRPr sz="1200">
                <a:solidFill>
                  <a:srgbClr val="172B3A"/>
                </a:solidFill>
              </a:defRPr>
            </a:lvl7pPr>
            <a:lvl8pPr>
              <a:buNone/>
              <a:defRPr sz="1200">
                <a:solidFill>
                  <a:srgbClr val="172B3A"/>
                </a:solidFill>
              </a:defRPr>
            </a:lvl8pPr>
            <a:lvl9pPr>
              <a:buNone/>
              <a:defRPr sz="1200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</a:defRPr>
            </a:pPr>
            <a:r>
              <a:rPr sz="1200">
                <a:solidFill>
                  <a:srgbClr val="172B3A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10ABA-549B-4349-8DCA-99B2270D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</a:defRPr>
            </a:defPPr>
            <a:lvl1pPr>
              <a:buNone/>
              <a:defRPr sz="2175">
                <a:solidFill>
                  <a:srgbClr val="172B3A"/>
                </a:solidFill>
              </a:defRPr>
            </a:lvl1pPr>
            <a:lvl2pPr>
              <a:buNone/>
              <a:defRPr sz="2175">
                <a:solidFill>
                  <a:srgbClr val="172B3A"/>
                </a:solidFill>
              </a:defRPr>
            </a:lvl2pPr>
            <a:lvl3pPr>
              <a:buNone/>
              <a:defRPr sz="2175">
                <a:solidFill>
                  <a:srgbClr val="172B3A"/>
                </a:solidFill>
              </a:defRPr>
            </a:lvl3pPr>
            <a:lvl4pPr>
              <a:buNone/>
              <a:defRPr sz="2175">
                <a:solidFill>
                  <a:srgbClr val="172B3A"/>
                </a:solidFill>
              </a:defRPr>
            </a:lvl4pPr>
            <a:lvl5pPr>
              <a:buNone/>
              <a:defRPr sz="2175">
                <a:solidFill>
                  <a:srgbClr val="172B3A"/>
                </a:solidFill>
              </a:defRPr>
            </a:lvl5pPr>
            <a:lvl6pPr>
              <a:buNone/>
              <a:defRPr sz="2175">
                <a:solidFill>
                  <a:srgbClr val="172B3A"/>
                </a:solidFill>
              </a:defRPr>
            </a:lvl6pPr>
            <a:lvl7pPr>
              <a:buNone/>
              <a:defRPr sz="2175">
                <a:solidFill>
                  <a:srgbClr val="172B3A"/>
                </a:solidFill>
              </a:defRPr>
            </a:lvl7pPr>
            <a:lvl8pPr>
              <a:buNone/>
              <a:defRPr sz="2175">
                <a:solidFill>
                  <a:srgbClr val="172B3A"/>
                </a:solidFill>
              </a:defRPr>
            </a:lvl8pPr>
            <a:lvl9pPr>
              <a:buNone/>
              <a:defRPr sz="2175">
                <a:solidFill>
                  <a:srgbClr val="172B3A"/>
                </a:solidFill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已完成：数据检查、全部退化曲线、共同窗口差异比较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发现：B0006下降最多，B0007最少，存在局部回升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范围：4块电池、24℃，结果仅描述这些观测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</a:defRPr>
            </a:pPr>
            <a:r>
              <a:rPr sz="2175">
                <a:solidFill>
                  <a:srgbClr val="172B3A"/>
                </a:solidFill>
              </a:rPr>
              <a:t>第三步任务：提取历史特征，比较下一循环容量预测方法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DE5DD-36B4-47E1-AC91-582C762A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6B87"/>
                </a:solidFill>
              </a:defRPr>
            </a:defPPr>
            <a:lvl1pPr>
              <a:buNone/>
              <a:defRPr sz="1800">
                <a:solidFill>
                  <a:srgbClr val="176B87"/>
                </a:solidFill>
              </a:defRPr>
            </a:lvl1pPr>
            <a:lvl2pPr>
              <a:buNone/>
              <a:defRPr sz="1800">
                <a:solidFill>
                  <a:srgbClr val="176B87"/>
                </a:solidFill>
              </a:defRPr>
            </a:lvl2pPr>
            <a:lvl3pPr>
              <a:buNone/>
              <a:defRPr sz="1800">
                <a:solidFill>
                  <a:srgbClr val="176B87"/>
                </a:solidFill>
              </a:defRPr>
            </a:lvl3pPr>
            <a:lvl4pPr>
              <a:buNone/>
              <a:defRPr sz="1800">
                <a:solidFill>
                  <a:srgbClr val="176B87"/>
                </a:solidFill>
              </a:defRPr>
            </a:lvl4pPr>
            <a:lvl5pPr>
              <a:buNone/>
              <a:defRPr sz="1800">
                <a:solidFill>
                  <a:srgbClr val="176B87"/>
                </a:solidFill>
              </a:defRPr>
            </a:lvl5pPr>
            <a:lvl6pPr>
              <a:buNone/>
              <a:defRPr sz="1800">
                <a:solidFill>
                  <a:srgbClr val="176B87"/>
                </a:solidFill>
              </a:defRPr>
            </a:lvl6pPr>
            <a:lvl7pPr>
              <a:buNone/>
              <a:defRPr sz="1800">
                <a:solidFill>
                  <a:srgbClr val="176B87"/>
                </a:solidFill>
              </a:defRPr>
            </a:lvl7pPr>
            <a:lvl8pPr>
              <a:buNone/>
              <a:defRPr sz="1800">
                <a:solidFill>
                  <a:srgbClr val="176B87"/>
                </a:solidFill>
              </a:defRPr>
            </a:lvl8pPr>
            <a:lvl9pPr>
              <a:buNone/>
              <a:defRPr sz="1800">
                <a:solidFill>
                  <a:srgbClr val="176B87"/>
                </a:solidFill>
              </a:defRPr>
            </a:lvl9pPr>
          </a:lstStyle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</a:defRPr>
            </a:pPr>
            <a:r>
              <a:rPr sz="1800">
                <a:solidFill>
                  <a:srgbClr val="176B87"/>
                </a:solidFill>
              </a:rPr>
              <a:t>复现：01_read_and_clean.py → 02_visualize_degradation.py</a:t>
            </a:r>
          </a:p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</a:defRPr>
            </a:pPr>
            <a:r>
              <a:rPr sz="1800">
                <a:solidFill>
                  <a:srgbClr val="176B87"/>
                </a:solidFill>
              </a:rPr>
              <a:t>GitHub：yxz666-Y/python-midterm-pre</a:t>
            </a:r>
          </a:p>
        </p:txBody>
      </p:sp>
    </p:spTree>
    <p:extLst>
      <p:ext uri="{BB962C8B-B14F-4D97-AF65-F5344CB8AC3E}">
        <p14:creationId xmlns:p14="http://schemas.microsoft.com/office/powerpoint/2010/main" val="1342351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5768A-85E1-42F1-89C0-BF48D7B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特征提取：用过去5次观测预测下一次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0ED98-CD48-4249-8A5D-D37FA9BB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335B7-3E99-4565-A9A9-B57A675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4A5A7-8DCB-45CC-8A19-B5A345FD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目标：第t次放电容量（Ah）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FDC32-CFB5-476C-9363-FE2BD4B083D9}"/>
              </a:ext>
            </a:extLst>
          </p:cNvPr>
          <p:cNvGraphicFramePr/>
          <p:nvPr/>
        </p:nvGraphicFramePr>
        <p:xfrm>
          <a:off xmlns:a="http://schemas.openxmlformats.org/drawingml/2006/main" x="619125" y="2238375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953250"/>
              </a:tblGrid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输入特征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计算口径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cycle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目标循环次数t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lag1_Ah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第t−1次实测容量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mean5_Ah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第t−5至t−1次容量均值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slope5_Ah_per_cycle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此前5次容量的线性斜率（Ah/循环）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7532D-18BC-46E8-978A-404FD507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先shift(1)，再rolling(5)。636条观测形成616条建模样本。</a:t>
            </a:r>
          </a:p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温度均为24℃，没有可用于区分样本的变化。</a:t>
            </a:r>
          </a:p>
        </p:txBody>
      </p:sp>
    </p:spTree>
    <p:extLst>
      <p:ext uri="{BB962C8B-B14F-4D97-AF65-F5344CB8AC3E}">
        <p14:creationId xmlns:p14="http://schemas.microsoft.com/office/powerpoint/2010/main" val="352579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F4ABF-EAF9-4669-858B-78152737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时间划分与预测方式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88EB3-E486-45E1-A655-3511D016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2837B-5DDB-41F0-BDF2-F2E6DD25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DD94C-7CAA-4FF1-AC13-38917110891E}"/>
              </a:ext>
            </a:extLst>
          </p:cNvPr>
          <p:cNvGraphicFramePr/>
          <p:nvPr/>
        </p:nvGraphicFramePr>
        <p:xfrm>
          <a:off xmlns:a="http://schemas.openxmlformats.org/drawingml/2006/main" x="619125" y="1571625"/>
          <a:ext xmlns:a="http://schemas.openxmlformats.org/drawingml/2006/main" cx="10763250" cy="2047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667000"/>
                <a:gridCol w="2667000"/>
                <a:gridCol w="2667000"/>
              </a:tblGrid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训练目标循环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验证目标循环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测试目标循环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B0005/06/07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6–100（95条）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101–134（34条）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135–168（34条）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6–79（74条）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80–105（26条）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106–132（27条）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8F697-FBE4-4E6D-982E-645566AE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1076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每块电池分别拟合，所有方法使用同一时间划分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验证段选择参数后，使用训练段＋验证段重新拟合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测试时逐次获得历史实测容量，进行单步预测</a:t>
            </a:r>
          </a:p>
        </p:txBody>
      </p:sp>
    </p:spTree>
    <p:extLst>
      <p:ext uri="{BB962C8B-B14F-4D97-AF65-F5344CB8AC3E}">
        <p14:creationId xmlns:p14="http://schemas.microsoft.com/office/powerpoint/2010/main" val="1397557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20664-8A83-41F2-B700-E261336D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三种算法逐步加入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53E45-919F-44CD-8F54-A5DEB6A0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A87C3-132D-4770-AD69-C15E3607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03A94-767E-44FC-AA7B-18BD284B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版本1  上一循环基线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E1816-A4C1-429D-BB2B-C6543D86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预测容量 = 最近一次实测容量，无需训练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E05B0-D392-4FF8-BECF-E5F2C88B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09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版本2  循环次数线性回归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DBA07-C5FA-4E1A-9A2C-C713BA56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容量 = 截距 + 斜率 × 循环次数，用最小二乘求系数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FFAF7-C2E2-403C-89FF-D4B663A4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版本3  历史特征岭回归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6798A-C402-4F22-8383-608D0059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四个输入先标准化，再拟合带系数惩罚的回归</a:t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目标函数：误差平方和 + alpha × 系数平方和</a:t>
            </a:r>
          </a:p>
        </p:txBody>
      </p:sp>
    </p:spTree>
    <p:extLst>
      <p:ext uri="{BB962C8B-B14F-4D97-AF65-F5344CB8AC3E}">
        <p14:creationId xmlns:p14="http://schemas.microsoft.com/office/powerpoint/2010/main" val="21146886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E7847-BAC4-47B1-8D01-C197514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岭回归调参：比较5个预设alpha值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D08406-D4F7-40A6-BE5F-331F70EE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ABA92-946D-47F9-9F64-FC20977B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DD4B9F6E-F321-4260-AAD5-7AB889D1F4D8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75247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3d5aaa902c4b0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088C6-B00E-4D0D-9B1C-D9A6CB75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最终选择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BD97C-E3B2-453C-B947-26E638A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4125"/>
            <a:ext cx="285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B0005：1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B0006：10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B0007：10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B0018：1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8BD01-286C-40DE-A53F-536F5514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标准化参数只来自拟合段。用验证RMSE选参，测试段保持独立。</a:t>
            </a:r>
          </a:p>
        </p:txBody>
      </p:sp>
    </p:spTree>
    <p:extLst>
      <p:ext uri="{BB962C8B-B14F-4D97-AF65-F5344CB8AC3E}">
        <p14:creationId xmlns:p14="http://schemas.microsoft.com/office/powerpoint/2010/main" val="2829379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CC29B-AE59-4464-96F2-CD552728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测试结果：上一循环基线误差最低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4F060-8429-4B92-84DD-B49D6C2B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3ED15-AE88-452A-B1D1-43F9AA6F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F985076-DC7B-4A0B-8095-90C5B6F4C7CA}"/>
              </a:ext>
            </a:extLst>
          </p:cNvPr>
          <p:cNvGraphicFramePr/>
          <p:nvPr/>
        </p:nvGraphicFramePr>
        <p:xfrm>
          <a:off xmlns:a="http://schemas.openxmlformats.org/drawingml/2006/main" x="619125" y="14287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76115d25d14e4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6B95A-C264-4C14-BB77-1753704B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岭回归优于循环线性回归，但复杂模型没有超过简单基线。</a:t>
            </a:r>
          </a:p>
        </p:txBody>
      </p:sp>
    </p:spTree>
    <p:extLst>
      <p:ext uri="{BB962C8B-B14F-4D97-AF65-F5344CB8AC3E}">
        <p14:creationId xmlns:p14="http://schemas.microsoft.com/office/powerpoint/2010/main" val="5146925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24D47-8DAF-4E31-84FF-CDB9865B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实测与预测：B0005、B0006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279C6-1CB4-4566-A1A9-1EA5A88D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A5CB3-93C8-4320-9646-51F34D91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EB466-D528-4B24-9F25-90433384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ABAC8C3-27D7-4DEC-91C6-8DA67A8B44BD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0864a51a0f447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9C6C1-16D8-4578-B798-1996904C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28D852A-DF02-4487-9784-0F1445E2EFD5}"/>
              </a:ext>
            </a:extLst>
          </p:cNvPr>
          <p:cNvGraphicFramePr/>
          <p:nvPr/>
        </p:nvGraphicFramePr>
        <p:xfrm>
          <a:off xmlns:a="http://schemas.openxmlformats.org/drawingml/2006/main" x="61436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0fd05d843b48c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D46E5-7B01-486C-BC8C-88AD2855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局部回升时预测可能滞后。每次预测只使用当时已获得的历史观测。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496064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B66D8-A6AD-4B27-8FB1-A1BCC9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实测与预测：B0007、B0018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346CA-7E95-4667-A515-8B79B64F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F6164-D807-4F77-923F-AE8C82F1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78725-55DF-4BD0-8800-BB47391F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B0007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0C0CA00-C2AE-4B8B-9DCF-E77302427312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96fffb7ae64c7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D6D67-7033-456C-BB28-E208F802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560BE4AC-E982-4A94-9532-19B145CB3A96}"/>
              </a:ext>
            </a:extLst>
          </p:cNvPr>
          <p:cNvGraphicFramePr/>
          <p:nvPr/>
        </p:nvGraphicFramePr>
        <p:xfrm>
          <a:off xmlns:a="http://schemas.openxmlformats.org/drawingml/2006/main" x="6143625" y="1905000"/>
          <a:ext xmlns:a="http://schemas.openxmlformats.org/drawingml/2006/main" cx="5238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1902b86cfd4c8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828B7-A3C2-4432-A4F5-241011B9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局部回升时预测可能滞后。每次预测只使用当时已获得的历史观测。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8414269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C7804-D84E-436B-92D2-1B8B67C7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03 / 工作过程与Git版本记录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51ADB-3B7A-471F-AF07-7990F80B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16C39-6BC3-4735-B694-95E764B1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5BFD7-B3AF-424D-A9D1-7CF533A9E76B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10763250" cy="2809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191500"/>
              </a:tblGrid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提交版本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本次保存内容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f1c88be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历史特征与上一循环基线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1056c97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循环次数线性回归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777282f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历史特征岭回归与验证段选参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fe942f0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对比图、实验配置及过程说明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1EFA-5D06-4E69-A38F-CA24DD62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14875"/>
            <a:ext cx="1076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6项自动检查通过，24组误差指标与逐点预测重算一致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保存特征表、参数搜索、最终模型参数和实验配置</a:t>
            </a:r>
          </a:p>
        </p:txBody>
      </p:sp>
    </p:spTree>
    <p:extLst>
      <p:ext uri="{BB962C8B-B14F-4D97-AF65-F5344CB8AC3E}">
        <p14:creationId xmlns:p14="http://schemas.microsoft.com/office/powerpoint/2010/main" val="2872217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00730-1E97-46D6-8F45-0A391384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第三步结论与后续任务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46080-CD9C-4414-B4A2-009BF249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7E9B2-8917-4CF6-940D-D17594C5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6FCB1-8353-4834-B75C-E721520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763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历史特征提供近期容量与退化趋势信息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本次测试：上一循环基线最好，岭回归优于循环线性回归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结论范围：4块电池、24℃、一次时间划分下的单步预测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后续：寿命外推、提前预警与预测不确定性讨论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FBA13-3D17-486D-8C96-0DEE9D5B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代码：src/03_features_and_models.py</a:t>
            </a:r>
          </a:p>
          <a:p xmlns:a="http://schemas.openxmlformats.org/drawingml/2006/main">
            <a:pPr>
              <a:buNone/>
              <a:def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结果：results/step03/    版本：GitHub提交记录</a:t>
            </a:r>
          </a:p>
        </p:txBody>
      </p:sp>
    </p:spTree>
    <p:extLst>
      <p:ext uri="{BB962C8B-B14F-4D97-AF65-F5344CB8AC3E}">
        <p14:creationId xmlns:p14="http://schemas.microsoft.com/office/powerpoint/2010/main" val="20362880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03861-DD26-41E7-A7E1-E71E1B20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补充清洗：无缺失值仍可能存在统计跳变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1CE9-A6FC-4267-BAAB-305FF062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32ADB-8B26-4A5E-82BA-6B36B2D6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5F477-BF7C-4D06-8893-06660655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检查相邻容量变化：ΔQ = 当前容量 − 上一循环容量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519FF-CC77-402A-B6AB-F5863B2AF281}"/>
              </a:ext>
            </a:extLst>
          </p:cNvPr>
          <p:cNvGraphicFramePr/>
          <p:nvPr/>
        </p:nvGraphicFramePr>
        <p:xfrm>
          <a:off xmlns:a="http://schemas.openxmlformats.org/drawingml/2006/main" x="619125" y="2286000"/>
          <a:ext xmlns:a="http://schemas.openxmlformats.org/drawingml/2006/main" cx="107632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714750"/>
                <a:gridCol w="3714750"/>
              </a:tblGrid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待核查（1.5IQR）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其中极端（3IQR）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554EB-6D5B-4CEB-A2D6-3C792E2C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合计58条待核查，其中30条极端。它们尚未证实为测量错误。</a:t>
            </a:r>
          </a:p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上下界为Q1−k×IQR、Q3+k×IQR，阈值仅用前60%记录估计。</a:t>
            </a:r>
          </a:p>
        </p:txBody>
      </p:sp>
    </p:spTree>
    <p:extLst>
      <p:ext uri="{BB962C8B-B14F-4D97-AF65-F5344CB8AC3E}">
        <p14:creationId xmlns:p14="http://schemas.microsoft.com/office/powerpoint/2010/main" val="11568734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9A734-E0C2-4523-886C-647DE781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补充清洗：保留原值，另做极端跳变限幅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7B8B5-8D35-4E07-9B6E-35E42CC7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44404-D525-4DBB-A8E9-2E8D4BD7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EE97E-F10C-49B9-903F-6C511FA3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处理容量 = 上一循环原始容量 + 限幅后的ΔQ</a:t>
            </a:r>
          </a:p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只将极端变化量压到3IQR边界，保留全部636行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DF6B9-491C-40DC-94A8-21EEFC2891F4}"/>
              </a:ext>
            </a:extLst>
          </p:cNvPr>
          <p:cNvGraphicFramePr/>
          <p:nvPr/>
        </p:nvGraphicFramePr>
        <p:xfrm>
          <a:off xmlns:a="http://schemas.openxmlformats.org/drawingml/2006/main" x="619125" y="2762250"/>
          <a:ext xmlns:a="http://schemas.openxmlformats.org/drawingml/2006/main" cx="10763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571750"/>
                <a:gridCol w="2571750"/>
                <a:gridCol w="2571750"/>
              </a:tblGrid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 / 循环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原容量Ah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相邻变化Ah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处理对照Ah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 / 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1.5936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0.1519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1.467350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 / 46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1.7267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0.1312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1.615675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 / 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1.6888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0.0981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1.621050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 / 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1.6058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0.0883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1.546100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0F115-3204-4041-832A-A15ACC73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代码：01b_check_capacity_jumps.py    Git版本：6aa6676</a:t>
            </a:r>
          </a:p>
        </p:txBody>
      </p:sp>
    </p:spTree>
    <p:extLst>
      <p:ext uri="{BB962C8B-B14F-4D97-AF65-F5344CB8AC3E}">
        <p14:creationId xmlns:p14="http://schemas.microsoft.com/office/powerpoint/2010/main" val="214631860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22E18-F122-4094-8650-BC0F3690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补充清洗：处理可能压低真实恢复峰值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0F4FA-545A-4401-ACB4-744236B3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D2F16-4531-4666-AA31-391E8C4B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9C127-1B37-42AE-BADC-F6883304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287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B0006局部窗口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3539548-A14C-47A0-93A0-30C726931E8E}"/>
              </a:ext>
            </a:extLst>
          </p:cNvPr>
          <p:cNvGraphicFramePr/>
          <p:nvPr/>
        </p:nvGraphicFramePr>
        <p:xfrm>
          <a:off xmlns:a="http://schemas.openxmlformats.org/drawingml/2006/main" x="619125" y="1952625"/>
          <a:ext xmlns:a="http://schemas.openxmlformats.org/drawingml/2006/main" cx="5238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764e43ecb94f7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045DD-ACF7-4066-AE23-00FCBD3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4287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B0018局部窗口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BD0C3FE-0704-4AEF-85A1-E3AC98436274}"/>
              </a:ext>
            </a:extLst>
          </p:cNvPr>
          <p:cNvGraphicFramePr/>
          <p:nvPr/>
        </p:nvGraphicFramePr>
        <p:xfrm>
          <a:off xmlns:a="http://schemas.openxmlformats.org/drawingml/2006/main" x="6143625" y="1952625"/>
          <a:ext xmlns:a="http://schemas.openxmlformats.org/drawingml/2006/main" cx="5238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89aea55284414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3F0490-90F7-4192-9B47-1E1F409F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整体下降方向保持，但恢复峰值可能是真实信号。</a:t>
            </a:r>
          </a:p>
          <a:p xmlns:a="http://schemas.openxmlformats.org/drawingml/2006/main">
            <a:pPr>
              <a:buNone/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现有模型继续使用原值，处理版用于后续敏感性比较。</a:t>
            </a:r>
          </a:p>
        </p:txBody>
      </p:sp>
    </p:spTree>
    <p:extLst>
      <p:ext uri="{BB962C8B-B14F-4D97-AF65-F5344CB8AC3E}">
        <p14:creationId xmlns:p14="http://schemas.microsoft.com/office/powerpoint/2010/main" val="200020264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773DE-0D8B-4798-B9F4-D5DFA01F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04 / 组员新增的评估与不确定性分析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FD56D-947C-4A78-8038-221FDA1C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15731-1CC4-456E-AA80-851E136E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82484-8E6E-441A-8565-9F01C3AD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Buln1120提交：误差分析、寿命外推敏感性与滚动预警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Git版本：8b282e4、ddec284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80735-7726-4211-9861-453128303609}"/>
              </a:ext>
            </a:extLst>
          </p:cNvPr>
          <p:cNvGraphicFramePr/>
          <p:nvPr/>
        </p:nvGraphicFramePr>
        <p:xfrm>
          <a:off xmlns:a="http://schemas.openxmlformats.org/drawingml/2006/main" x="619125" y="2762250"/>
          <a:ext xmlns:a="http://schemas.openxmlformats.org/drawingml/2006/main" cx="10763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667000"/>
                <a:gridCol w="2667000"/>
                <a:gridCol w="2667000"/>
              </a:tblGrid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电池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最近20次趋势检出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有效提前量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误报起点数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漏报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不适用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B0018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6A1DE-7B67-4B53-A2FB-0FDF6FE1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4块电池仅有4次首次事件，重叠起点不代表独立失效样本。</a:t>
            </a:r>
          </a:p>
        </p:txBody>
      </p:sp>
    </p:spTree>
    <p:extLst>
      <p:ext uri="{BB962C8B-B14F-4D97-AF65-F5344CB8AC3E}">
        <p14:creationId xmlns:p14="http://schemas.microsoft.com/office/powerpoint/2010/main" val="17040930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7C6520-B040-479F-8937-7299CE42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多步建模的预测问题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023CF-AE41-40F9-AF85-170F70C5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1E2F7-2742-4C43-8278-A9EA94CE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2FDD7-EF64-4296-82A4-2402BD2D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起点o：使用截至第o次的已知容量</a:t>
            </a:r>
          </a:p>
          <a:p xmlns:a="http://schemas.openxmlformats.org/drawingml/2006/main">
            <a:pPr>
              <a:def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目标：第o＋h次容量，h固定为1、5、10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E4BA6-E083-4AA5-83C7-F9E1B4D7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95625"/>
            <a:ext cx="1076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例：第134次预测第144次容量</a:t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模型拟合所用目标最多到第134次</a:t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这次预测不读取第135至143次的真实容量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35D91-68AE-468E-8D33-93D6A450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768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移动到下一个预测起点后，才加入当时新获得的历史观测。</a:t>
            </a:r>
          </a:p>
        </p:txBody>
      </p:sp>
    </p:spTree>
    <p:extLst>
      <p:ext uri="{BB962C8B-B14F-4D97-AF65-F5344CB8AC3E}">
        <p14:creationId xmlns:p14="http://schemas.microsoft.com/office/powerpoint/2010/main" val="155626720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AB7F9-C75E-4D44-AFF5-A712F635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三种方法与验证段选参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183C7F-C178-453B-9CE1-CDC2E576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BCC410-B29C-4B71-AEA3-8B5B7810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137F67-6443-4189-A044-26ADEE01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763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容量保持基线：后h次容量等于起点容量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最近20次线性趋势：当前历史拟合后直接外推h次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直接多步岭回归：每个电池、每个距离独立拟合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15852-0272-43D9-A0FA-E7A5F7FC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10763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输入：目标循环、起点容量、最近5次容量均值和斜率</a:t>
            </a:r>
          </a:p>
          <a:p xmlns:a="http://schemas.openxmlformats.org/drawingml/2006/main">
            <a: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alpha候选：0.01、0.1、1、10、100</a:t>
            </a:r>
          </a:p>
          <a:p xmlns:a="http://schemas.openxmlformats.org/drawingml/2006/main">
            <a:pPr>
              <a:def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按验证RMSE选择，保存60组搜索和12个最终模型</a:t>
            </a:r>
          </a:p>
        </p:txBody>
      </p:sp>
    </p:spTree>
    <p:extLst>
      <p:ext uri="{BB962C8B-B14F-4D97-AF65-F5344CB8AC3E}">
        <p14:creationId xmlns:p14="http://schemas.microsoft.com/office/powerpoint/2010/main" val="18785501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73FCD-B3EF-47CE-A22C-266FD49A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共同起点上的模型对比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710F2-197E-4C07-AE47-2950E460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C8F4E-B687-4E6F-A1B3-CF5EE937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2AB47ECB-0478-4328-8F1B-44291DD93FE4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10763250" cy="3952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8b19ca86a3740e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3B3CB-0CF5-493D-A076-FD462F50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1次时容量保持最低，5次和10次时最近20次线性趋势最低。</a:t>
            </a:r>
          </a:p>
        </p:txBody>
      </p:sp>
    </p:spTree>
    <p:extLst>
      <p:ext uri="{BB962C8B-B14F-4D97-AF65-F5344CB8AC3E}">
        <p14:creationId xmlns:p14="http://schemas.microsoft.com/office/powerpoint/2010/main" val="200021210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B23C2-7B59-4B51-AC7E-0F193367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05 / 个体差异与版本留痕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02E6D-B424-492F-B8D4-489BC743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687985"/>
                </a:solidFill>
                <a:latin typeface="Arial Unicode MS"/>
                <a:ea typeface="Arial Unicode MS"/>
                <a:cs typeface="Arial Unicode MS"/>
              </a:rPr>
              <a:t>工作过程记录  |  杨晓真 25121619  |  2026.10.28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19838-6E46-4D26-B626-F286B437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9C70A-6234-45F3-9E6B-F639DBA0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763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B0006：岭回归在提前5次和10次预测上更好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B0018：岭回归提前10次RMSE为0.085901 Ah</a:t>
            </a:r>
          </a:p>
          <a:p xmlns:a="http://schemas.openxmlformats.org/drawingml/2006/main">
            <a:pPr>
              <a:def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>
                <a:solidFill>
                  <a:srgbClr val="176B87"/>
                </a:solidFill>
                <a:latin typeface="Arial Unicode MS"/>
                <a:ea typeface="Arial Unicode MS"/>
                <a:cs typeface="Arial Unicode MS"/>
              </a:rPr>
              <a:t>各电池的最佳方法并不相同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9E9D2-D8B8-48B8-A695-B5FB961466A5}"/>
              </a:ext>
            </a:extLst>
          </p:cNvPr>
          <p:cNvGraphicFramePr/>
          <p:nvPr/>
        </p:nvGraphicFramePr>
        <p:xfrm>
          <a:off xmlns:a="http://schemas.openxmlformats.org/drawingml/2006/main" x="619125" y="3429000"/>
          <a:ext xmlns:a="http://schemas.openxmlformats.org/drawingml/2006/main" cx="107632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191500"/>
              </a:tblGrid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Git版本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保存内容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T w="9525">
                      <a:solidFill>
                        <a:srgbClr val="D6E0E5"/>
                      </a:solidFill>
                    </a:lnT>
                    <a:lnB w="9525">
                      <a:solidFill>
                        <a:srgbClr val="D6E0E5"/>
                      </a:solidFill>
                    </a:lnB>
                    <a:solidFill>
                      <a:srgbClr val="176B87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b089f67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多步配对与容量保持、最近20次线性趋势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c624a14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共同起点同时遵守验证段结束边界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914a154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直接多步岭回归与验证段选参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0F5F7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cd73031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0E5"/>
                      </a:solidFill>
                    </a:lnL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B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误差图表、实验配置与说明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0E5"/>
                      </a:solidFill>
                    </a:lnR>
                    <a:lnB w="9525">
                      <a:solidFill>
                        <a:srgbClr val="D6E0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0BE25-A48B-4142-804E-9F8A6255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055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defPPr>
            <a:lvl1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1pPr>
            <a:lvl2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2pPr>
            <a:lvl3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3pPr>
            <a:lvl4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4pPr>
            <a:lvl5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5pPr>
            <a:lvl6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6pPr>
            <a:lvl7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7pPr>
            <a:lvl8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8pPr>
            <a:lvl9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>
                <a:solidFill>
                  <a:srgbClr val="172B3A"/>
                </a:solidFill>
                <a:latin typeface="Arial Unicode MS"/>
                <a:ea typeface="Arial Unicode MS"/>
                <a:cs typeface="Arial Unicode MS"/>
              </a:rPr>
              <a:t>36项测试通过。同四块电池的探索结果仍需新增数据检验。</a:t>
            </a:r>
          </a:p>
        </p:txBody>
      </p:sp>
    </p:spTree>
    <p:extLst>
      <p:ext uri="{BB962C8B-B14F-4D97-AF65-F5344CB8AC3E}">
        <p14:creationId xmlns:p14="http://schemas.microsoft.com/office/powerpoint/2010/main" val="15117533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2026-10-28T00:28:18.3160000Z</dcterms:created>
  <dcterms:modified xsi:type="dcterms:W3CDTF">2026-10-28T00:28:18.3160000Z</dcterms:modified>
</coreProperties>
</file>