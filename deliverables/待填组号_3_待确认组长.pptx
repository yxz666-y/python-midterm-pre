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0eaf21a314286" /><Relationship Type="http://schemas.openxmlformats.org/officeDocument/2006/relationships/extended-properties" Target="/docProps/app.xml" Id="R406f44ac75324ef9" /><Relationship Type="http://schemas.openxmlformats.org/officeDocument/2006/relationships/officeDocument" Target="/ppt/presentation.xml" Id="Rd972b7655d12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6c7048e5d45ed"/>
  </p:sldMasterIdLst>
  <p:notesMasterIdLst>
    <p:notesMasterId xmlns:r="http://schemas.openxmlformats.org/officeDocument/2006/relationships" r:id="R78363872386c4a72"/>
  </p:notesMasterIdLst>
  <p:sldIdLst>
    <p:sldId xmlns:r="http://schemas.openxmlformats.org/officeDocument/2006/relationships" id="256" r:id="Rc5bad2eb9ad44367"/>
    <p:sldId xmlns:r="http://schemas.openxmlformats.org/officeDocument/2006/relationships" id="257" r:id="Ra9854cede9714d1f"/>
    <p:sldId xmlns:r="http://schemas.openxmlformats.org/officeDocument/2006/relationships" id="258" r:id="R161064b7a56d426d"/>
    <p:sldId xmlns:r="http://schemas.openxmlformats.org/officeDocument/2006/relationships" id="259" r:id="R4f818aaa57e94770"/>
    <p:sldId xmlns:r="http://schemas.openxmlformats.org/officeDocument/2006/relationships" id="260" r:id="R747c5c850ff541c1"/>
    <p:sldId xmlns:r="http://schemas.openxmlformats.org/officeDocument/2006/relationships" id="261" r:id="Recebe8ca16274d8c"/>
    <p:sldId xmlns:r="http://schemas.openxmlformats.org/officeDocument/2006/relationships" id="262" r:id="Rcdc2ab3bce624224"/>
    <p:sldId xmlns:r="http://schemas.openxmlformats.org/officeDocument/2006/relationships" id="263" r:id="Rd221063c29044d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e3688afc240df" /><Relationship Type="http://schemas.openxmlformats.org/officeDocument/2006/relationships/slideMaster" Target="/ppt/slideMasters/slideMaster1.xml" Id="Rd576c7048e5d45ed" /><Relationship Type="http://schemas.openxmlformats.org/officeDocument/2006/relationships/notesMaster" Target="/ppt/notesMasters/notesMaster1.xml" Id="R78363872386c4a72" /><Relationship Type="http://schemas.openxmlformats.org/officeDocument/2006/relationships/presProps" Target="/ppt/presProps.xml" Id="R4c8221ca1ff14d72" /><Relationship Type="http://schemas.openxmlformats.org/officeDocument/2006/relationships/tableStyles" Target="/ppt/tableStyles.xml" Id="R806a1ddb2e3c4007" /><Relationship Type="http://schemas.openxmlformats.org/officeDocument/2006/relationships/slide" Target="/ppt/slides/slide1.xml" Id="Rc5bad2eb9ad44367" /><Relationship Type="http://schemas.openxmlformats.org/officeDocument/2006/relationships/slide" Target="/ppt/slides/slide2.xml" Id="Ra9854cede9714d1f" /><Relationship Type="http://schemas.openxmlformats.org/officeDocument/2006/relationships/slide" Target="/ppt/slides/slide3.xml" Id="R161064b7a56d426d" /><Relationship Type="http://schemas.openxmlformats.org/officeDocument/2006/relationships/slide" Target="/ppt/slides/slide4.xml" Id="R4f818aaa57e94770" /><Relationship Type="http://schemas.openxmlformats.org/officeDocument/2006/relationships/slide" Target="/ppt/slides/slide5.xml" Id="R747c5c850ff541c1" /><Relationship Type="http://schemas.openxmlformats.org/officeDocument/2006/relationships/slide" Target="/ppt/slides/slide6.xml" Id="Recebe8ca16274d8c" /><Relationship Type="http://schemas.openxmlformats.org/officeDocument/2006/relationships/slide" Target="/ppt/slides/slide7.xml" Id="Rcdc2ab3bce624224" /><Relationship Type="http://schemas.openxmlformats.org/officeDocument/2006/relationships/slide" Target="/ppt/slides/slide8.xml" Id="Rd221063c29044d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a9b6d56ac42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6958bd6434231" /><Relationship Type="http://schemas.openxmlformats.org/officeDocument/2006/relationships/notesMaster" Target="/ppt/notesMasters/notesMaster1.xml" Id="R250b3bb9cda045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c07e2567047b2" /><Relationship Type="http://schemas.openxmlformats.org/officeDocument/2006/relationships/notesMaster" Target="/ppt/notesMasters/notesMaster1.xml" Id="Rc66a1801ab59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64435b4e1f43ea" /><Relationship Type="http://schemas.openxmlformats.org/officeDocument/2006/relationships/notesMaster" Target="/ppt/notesMasters/notesMaster1.xml" Id="Rb85e27318ba445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56ffd87bc409c" /><Relationship Type="http://schemas.openxmlformats.org/officeDocument/2006/relationships/notesMaster" Target="/ppt/notesMasters/notesMaster1.xml" Id="R0b4b6bf0b0964a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1132c320e49b0" /><Relationship Type="http://schemas.openxmlformats.org/officeDocument/2006/relationships/notesMaster" Target="/ppt/notesMasters/notesMaster1.xml" Id="Rf8298de6905f4b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6fb6fa1d044ea0" /><Relationship Type="http://schemas.openxmlformats.org/officeDocument/2006/relationships/notesMaster" Target="/ppt/notesMasters/notesMaster1.xml" Id="R78bcf6274424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0fc8a28cc04dd7" /><Relationship Type="http://schemas.openxmlformats.org/officeDocument/2006/relationships/notesMaster" Target="/ppt/notesMasters/notesMaster1.xml" Id="R75d234ef161040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3e3f2da4447bc" /><Relationship Type="http://schemas.openxmlformats.org/officeDocument/2006/relationships/notesMaster" Target="/ppt/notesMasters/notesMaster1.xml" Id="R97427b71e0de4d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研究无人设备电池的容量退化、短期预测和剩余寿命。分析使用课程提供的四块电池、六百三十六条循环记录。所有结果来自实际运行代码。我们重点关注预测误差，以及模型在提前预警和寿命外推时的局限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包含电池编号、循环次数、放电容量和环境温度。前三块电池各有一百六十八次循环，第四块有一百三十二次。我们检查了缺失值、重复主键、正容量和循环连续性，全部记录予以保留。容量并非严格单调下降，局部回升可能来自测量波动或恢复效应，现有字段不足以识别原因，所以不盲目删点。温度全部为二十四度，没有可用于估计温度影响的变化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化曲线显示总体下降，但电池间差异明显。B零零零六的初始容量最高，末次相对首循环下降百分之四十一点七四。B零零零七下降约百分之二十四点二五，表现相对平缓。不过，第四块电池观察窗口较短，不能直接把末次容量排序解释为真实寿命排名。我们定义相对首循环容量作为健康状态，并把百分之八十设为研究阈值。这个阈值是分析假设，不是制造商的报废规定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实验按每块电池的循环先后划分，避免随机切分把未来信息泄漏到训练中。第一种方法沿用上一循环的实测容量，作为简单基线。第二种方法只使用循环次数拟合线性趋势。第三种方法使用历史容量、五次循环均值和斜率进行岭回归。所有历史窗口都截止到预测目标之前。正则化参数由验证段选择，随后用前百分之八十重新拟合。测试是逐次获得上一循环真实观测后的单步预测，并不是一次性预测整段未来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比较三个模型在四块电池上的测试均方根误差。结果与模型越复杂越好的直觉不同，上一循环基线在四块电池上都最好。它的误差范围约为零点零零八二到零点零二七三安时。岭回归虽然比全局线性回归好，但没有超过基线。原因可能是局部连续性较强，而趋势随阶段改变，复杂特征也会放大偏差。我们保留这一结果，说明模型选择应依靠测试表现，而不能只看模型名称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寿命实验单独设置，使用早期百分之三十的记录拟合线性和二次趋势，之后不读取未来真实容量。以B零零零五为例，真实首次达到阈值是在第一百零一次循环，线性模型却预测到第二百二十九次，明显高估可用寿命。二次模型预测一百零四次，看似接近，但在其他电池上仍可能有较大误差。达阈时间接近，也不保证整段预测轨迹准确。首次跨越阈值只是操作性定义，容量回升时还需要考虑连续确认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利用验证段残差的百分之九十分位数构造经验误差带。但时间序列会漂移，模型又进行了重新拟合，因此不能保证百分之九十的真实覆盖。第四块电池的岭回归测试覆盖率只有百分之三十三点三，说明验证阶段的误差可能低估后期风险。维护建议是持续记录容量，临近阈值时复测，出现明显跳变后重新校准。区间下界触发预警可以更保守，但也会增加误报，需要在独立数据中评估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完成了数据检查、退化探索、三种容量预测方法比较，以及两种寿命趋势外推。主要结论是个体差异不可忽略，简单基线具有竞争力，而早期外推存在高估寿命的风险。代码、数据、图表和报告均通过GitHub保留版本。研究只有四块电池和单一温度，结论不能直接推广到新电池或真实飞行任务。感谢聆听，接下来进入现场问答。</a:t>
            </a:r>
          </a:p>
          <a:p xmlns:a="http://schemas.openxmlformats.org/drawingml/2006/main">
            <a:r>
              <a:t>来源：课程题目三CSV与本项目results目录。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32daab73c48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31290e8b14d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a826788a243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6e2043e464b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d98fbf9e049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396ec1a2b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3A09F1-9F90-4BD1-B25E-767BF6108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5BC606-75D1-4BBE-A59B-E3C3E4F786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6B0F60-F630-4943-B046-92301A6AB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1125B-9B8C-48B5-A6DD-3929DA70A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FE5AB-2ECC-4D68-97E5-561B39B897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82C2D0-B134-4453-B829-5F7AE9565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CEE8BC-B0EA-412A-9D42-BC80A5B76F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88271C-B351-4126-9E4D-D723D24A90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856E5D-A2D9-4560-8BC2-66BBD7EC4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532847-DBF2-4945-92BA-FFBD523631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1409f79a864aa9" /><Relationship Type="http://schemas.openxmlformats.org/officeDocument/2006/relationships/slideLayout" Target="/ppt/slideLayouts/slideLayout1.xml" Id="Rc8d861eb681d42ba" /><Relationship Type="http://schemas.openxmlformats.org/officeDocument/2006/relationships/slideLayout" Target="/ppt/slideLayouts/slideLayout2.xml" Id="R3341c31093484580" /><Relationship Type="http://schemas.openxmlformats.org/officeDocument/2006/relationships/slideLayout" Target="/ppt/slideLayouts/slideLayout3.xml" Id="R1e8d0514bb234fe8" /><Relationship Type="http://schemas.openxmlformats.org/officeDocument/2006/relationships/slideLayout" Target="/ppt/slideLayouts/slideLayout4.xml" Id="R3719c571ad9d43a3" /><Relationship Type="http://schemas.openxmlformats.org/officeDocument/2006/relationships/slideLayout" Target="/ppt/slideLayouts/slideLayout5.xml" Id="R7e3074aa178d45f5" /><Relationship Type="http://schemas.openxmlformats.org/officeDocument/2006/relationships/slideLayout" Target="/ppt/slideLayouts/slideLayout6.xml" Id="R266befc2e06241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d861eb681d42ba"/>
    <p:sldLayoutId xmlns:r="http://schemas.openxmlformats.org/officeDocument/2006/relationships" id="2147483650" r:id="R3341c31093484580"/>
    <p:sldLayoutId xmlns:r="http://schemas.openxmlformats.org/officeDocument/2006/relationships" id="2147483651" r:id="R1e8d0514bb234fe8"/>
    <p:sldLayoutId xmlns:r="http://schemas.openxmlformats.org/officeDocument/2006/relationships" id="2147483652" r:id="R3719c571ad9d43a3"/>
    <p:sldLayoutId xmlns:r="http://schemas.openxmlformats.org/officeDocument/2006/relationships" id="2147483653" r:id="R7e3074aa178d45f5"/>
    <p:sldLayoutId xmlns:r="http://schemas.openxmlformats.org/officeDocument/2006/relationships" id="2147483654" r:id="R266befc2e06241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b2a7d83bf4333" /><Relationship Type="http://schemas.openxmlformats.org/officeDocument/2006/relationships/notesSlide" Target="/ppt/notesSlides/notesSlide1.xml" Id="Rd975367314af4f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71416e26c4411" /><Relationship Type="http://schemas.openxmlformats.org/officeDocument/2006/relationships/notesSlide" Target="/ppt/notesSlides/notesSlide2.xml" Id="Ra1076f086b93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3d89ced484447" /><Relationship Type="http://schemas.openxmlformats.org/officeDocument/2006/relationships/chart" Target="/ppt/slides/charts/chart1.xml" Id="R06dd05008d994893" /><Relationship Type="http://schemas.openxmlformats.org/officeDocument/2006/relationships/notesSlide" Target="/ppt/notesSlides/notesSlide3.xml" Id="R6ce2b368e4ac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5cc19e951424d" /><Relationship Type="http://schemas.openxmlformats.org/officeDocument/2006/relationships/notesSlide" Target="/ppt/notesSlides/notesSlide4.xml" Id="Rbfb4ab4e390545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4d5f377a14904" /><Relationship Type="http://schemas.openxmlformats.org/officeDocument/2006/relationships/chart" Target="/ppt/slides/charts/chart2.xml" Id="Re3b8764c2fb74533" /><Relationship Type="http://schemas.openxmlformats.org/officeDocument/2006/relationships/notesSlide" Target="/ppt/notesSlides/notesSlide5.xml" Id="Ra41dc0e05bf04d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1041d9c0a4eb8" /><Relationship Type="http://schemas.openxmlformats.org/officeDocument/2006/relationships/notesSlide" Target="/ppt/notesSlides/notesSlide6.xml" Id="R5c77fe422b7c4c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a0052ae3a4696" /><Relationship Type="http://schemas.openxmlformats.org/officeDocument/2006/relationships/notesSlide" Target="/ppt/notesSlides/notesSlide7.xml" Id="R7840203dbb0f48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e17067e8b42a2" /><Relationship Type="http://schemas.openxmlformats.org/officeDocument/2006/relationships/notesSlide" Target="/ppt/notesSlides/notesSlide8.xml" Id="R8b61e794c9894f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Data'!$B$2:$B$133</c:f>
              <c:numCache>
                <c:formatCode>General</c:formatCode>
                <c:ptCount val="132"/>
                <c:pt idx="0">
                  <c:v>1.8565</c:v>
                </c:pt>
                <c:pt idx="1">
                  <c:v>1.8463</c:v>
                </c:pt>
                <c:pt idx="2">
                  <c:v>1.8353</c:v>
                </c:pt>
                <c:pt idx="3">
                  <c:v>1.8353</c:v>
                </c:pt>
                <c:pt idx="4">
                  <c:v>1.8346</c:v>
                </c:pt>
                <c:pt idx="5">
                  <c:v>1.8357</c:v>
                </c:pt>
                <c:pt idx="6">
                  <c:v>1.8351</c:v>
                </c:pt>
                <c:pt idx="7">
                  <c:v>1.8258</c:v>
                </c:pt>
                <c:pt idx="8">
                  <c:v>1.8248</c:v>
                </c:pt>
                <c:pt idx="9">
                  <c:v>1.8246</c:v>
                </c:pt>
                <c:pt idx="10">
                  <c:v>1.8246</c:v>
                </c:pt>
                <c:pt idx="11">
                  <c:v>1.8142</c:v>
                </c:pt>
                <c:pt idx="12">
                  <c:v>1.8138</c:v>
                </c:pt>
                <c:pt idx="13">
                  <c:v>1.8134</c:v>
                </c:pt>
                <c:pt idx="14">
                  <c:v>1.8026</c:v>
                </c:pt>
                <c:pt idx="15">
                  <c:v>1.8021</c:v>
                </c:pt>
                <c:pt idx="16">
                  <c:v>1.8026</c:v>
                </c:pt>
                <c:pt idx="17">
                  <c:v>1.8031</c:v>
                </c:pt>
                <c:pt idx="18">
                  <c:v>1.8028</c:v>
                </c:pt>
                <c:pt idx="19">
                  <c:v>1.847</c:v>
                </c:pt>
                <c:pt idx="20">
                  <c:v>1.8474</c:v>
                </c:pt>
                <c:pt idx="21">
                  <c:v>1.8362</c:v>
                </c:pt>
                <c:pt idx="22">
                  <c:v>1.8258</c:v>
                </c:pt>
                <c:pt idx="23">
                  <c:v>1.8251</c:v>
                </c:pt>
                <c:pt idx="24">
                  <c:v>1.8256</c:v>
                </c:pt>
                <c:pt idx="25">
                  <c:v>1.814</c:v>
                </c:pt>
                <c:pt idx="26">
                  <c:v>1.8148</c:v>
                </c:pt>
                <c:pt idx="27">
                  <c:v>1.814</c:v>
                </c:pt>
                <c:pt idx="28">
                  <c:v>1.8028</c:v>
                </c:pt>
                <c:pt idx="29">
                  <c:v>1.8041</c:v>
                </c:pt>
                <c:pt idx="30">
                  <c:v>1.8518</c:v>
                </c:pt>
                <c:pt idx="31">
                  <c:v>1.8307</c:v>
                </c:pt>
                <c:pt idx="32">
                  <c:v>1.8199</c:v>
                </c:pt>
                <c:pt idx="33">
                  <c:v>1.8093</c:v>
                </c:pt>
                <c:pt idx="34">
                  <c:v>1.8046</c:v>
                </c:pt>
                <c:pt idx="35">
                  <c:v>1.7994</c:v>
                </c:pt>
                <c:pt idx="36">
                  <c:v>1.7884</c:v>
                </c:pt>
                <c:pt idx="37">
                  <c:v>1.7829</c:v>
                </c:pt>
                <c:pt idx="38">
                  <c:v>1.773</c:v>
                </c:pt>
                <c:pt idx="39">
                  <c:v>1.773</c:v>
                </c:pt>
                <c:pt idx="40">
                  <c:v>1.7679</c:v>
                </c:pt>
                <c:pt idx="41">
                  <c:v>1.7623</c:v>
                </c:pt>
                <c:pt idx="42">
                  <c:v>1.7676</c:v>
                </c:pt>
                <c:pt idx="43">
                  <c:v>1.7627</c:v>
                </c:pt>
                <c:pt idx="44">
                  <c:v>1.7517</c:v>
                </c:pt>
                <c:pt idx="45">
                  <c:v>1.7418</c:v>
                </c:pt>
                <c:pt idx="46">
                  <c:v>1.7361</c:v>
                </c:pt>
                <c:pt idx="47">
                  <c:v>1.7936</c:v>
                </c:pt>
                <c:pt idx="48">
                  <c:v>1.7832</c:v>
                </c:pt>
                <c:pt idx="49">
                  <c:v>1.7674</c:v>
                </c:pt>
                <c:pt idx="50">
                  <c:v>1.757</c:v>
                </c:pt>
                <c:pt idx="51">
                  <c:v>1.7469</c:v>
                </c:pt>
                <c:pt idx="52">
                  <c:v>1.7417</c:v>
                </c:pt>
                <c:pt idx="53">
                  <c:v>1.7364</c:v>
                </c:pt>
                <c:pt idx="54">
                  <c:v>1.7263</c:v>
                </c:pt>
                <c:pt idx="55">
                  <c:v>1.7158</c:v>
                </c:pt>
                <c:pt idx="56">
                  <c:v>1.7105</c:v>
                </c:pt>
                <c:pt idx="57">
                  <c:v>1.706</c:v>
                </c:pt>
                <c:pt idx="58">
                  <c:v>1.7003</c:v>
                </c:pt>
                <c:pt idx="59">
                  <c:v>1.6946</c:v>
                </c:pt>
                <c:pt idx="60">
                  <c:v>1.6849</c:v>
                </c:pt>
                <c:pt idx="61">
                  <c:v>1.6745</c:v>
                </c:pt>
                <c:pt idx="62">
                  <c:v>1.6746</c:v>
                </c:pt>
                <c:pt idx="63">
                  <c:v>1.6637</c:v>
                </c:pt>
                <c:pt idx="64">
                  <c:v>1.659</c:v>
                </c:pt>
                <c:pt idx="65">
                  <c:v>1.6539</c:v>
                </c:pt>
                <c:pt idx="66">
                  <c:v>1.6427</c:v>
                </c:pt>
                <c:pt idx="67">
                  <c:v>1.6379</c:v>
                </c:pt>
                <c:pt idx="68">
                  <c:v>1.6327</c:v>
                </c:pt>
                <c:pt idx="69">
                  <c:v>1.6278</c:v>
                </c:pt>
                <c:pt idx="70">
                  <c:v>1.6221</c:v>
                </c:pt>
                <c:pt idx="71">
                  <c:v>1.6113</c:v>
                </c:pt>
                <c:pt idx="72">
                  <c:v>1.6066</c:v>
                </c:pt>
                <c:pt idx="73">
                  <c:v>1.6015</c:v>
                </c:pt>
                <c:pt idx="74">
                  <c:v>1.5904</c:v>
                </c:pt>
                <c:pt idx="75">
                  <c:v>1.5858</c:v>
                </c:pt>
                <c:pt idx="76">
                  <c:v>1.5849</c:v>
                </c:pt>
                <c:pt idx="77">
                  <c:v>1.5955</c:v>
                </c:pt>
                <c:pt idx="78">
                  <c:v>1.5747</c:v>
                </c:pt>
                <c:pt idx="79">
                  <c:v>1.5649</c:v>
                </c:pt>
                <c:pt idx="80">
                  <c:v>1.5598</c:v>
                </c:pt>
                <c:pt idx="81">
                  <c:v>1.5595</c:v>
                </c:pt>
                <c:pt idx="82">
                  <c:v>1.5547</c:v>
                </c:pt>
                <c:pt idx="83">
                  <c:v>1.5489</c:v>
                </c:pt>
                <c:pt idx="84">
                  <c:v>1.5382</c:v>
                </c:pt>
                <c:pt idx="85">
                  <c:v>1.5279</c:v>
                </c:pt>
                <c:pt idx="86">
                  <c:v>1.5285</c:v>
                </c:pt>
                <c:pt idx="87">
                  <c:v>1.5226</c:v>
                </c:pt>
                <c:pt idx="88">
                  <c:v>1.5175</c:v>
                </c:pt>
                <c:pt idx="89">
                  <c:v>1.6058</c:v>
                </c:pt>
                <c:pt idx="90">
                  <c:v>1.5638</c:v>
                </c:pt>
                <c:pt idx="91">
                  <c:v>1.5481</c:v>
                </c:pt>
                <c:pt idx="92">
                  <c:v>1.5324</c:v>
                </c:pt>
                <c:pt idx="93">
                  <c:v>1.527</c:v>
                </c:pt>
                <c:pt idx="94">
                  <c:v>1.517</c:v>
                </c:pt>
                <c:pt idx="95">
                  <c:v>1.5119</c:v>
                </c:pt>
                <c:pt idx="96">
                  <c:v>1.5066</c:v>
                </c:pt>
                <c:pt idx="97">
                  <c:v>1.5015</c:v>
                </c:pt>
                <c:pt idx="98">
                  <c:v>1.4908</c:v>
                </c:pt>
                <c:pt idx="99">
                  <c:v>1.4859</c:v>
                </c:pt>
                <c:pt idx="100">
                  <c:v>1.4804</c:v>
                </c:pt>
                <c:pt idx="101">
                  <c:v>1.4752</c:v>
                </c:pt>
                <c:pt idx="102">
                  <c:v>1.4859</c:v>
                </c:pt>
                <c:pt idx="103">
                  <c:v>1.4961</c:v>
                </c:pt>
                <c:pt idx="104">
                  <c:v>1.4808</c:v>
                </c:pt>
                <c:pt idx="105">
                  <c:v>1.4698</c:v>
                </c:pt>
                <c:pt idx="106">
                  <c:v>1.4539</c:v>
                </c:pt>
                <c:pt idx="107">
                  <c:v>1.4541</c:v>
                </c:pt>
                <c:pt idx="108">
                  <c:v>1.455</c:v>
                </c:pt>
                <c:pt idx="109">
                  <c:v>1.449</c:v>
                </c:pt>
                <c:pt idx="110">
                  <c:v>1.4387</c:v>
                </c:pt>
                <c:pt idx="111">
                  <c:v>1.4334</c:v>
                </c:pt>
                <c:pt idx="112">
                  <c:v>1.4334</c:v>
                </c:pt>
                <c:pt idx="113">
                  <c:v>1.4281</c:v>
                </c:pt>
                <c:pt idx="114">
                  <c:v>1.4229</c:v>
                </c:pt>
                <c:pt idx="115">
                  <c:v>1.4174</c:v>
                </c:pt>
                <c:pt idx="116">
                  <c:v>1.4124</c:v>
                </c:pt>
                <c:pt idx="117">
                  <c:v>1.4126</c:v>
                </c:pt>
                <c:pt idx="118">
                  <c:v>1.4076</c:v>
                </c:pt>
                <c:pt idx="119">
                  <c:v>1.4334</c:v>
                </c:pt>
                <c:pt idx="120">
                  <c:v>1.4383</c:v>
                </c:pt>
                <c:pt idx="121">
                  <c:v>1.4174</c:v>
                </c:pt>
                <c:pt idx="122">
                  <c:v>1.407</c:v>
                </c:pt>
                <c:pt idx="123">
                  <c:v>1.4012</c:v>
                </c:pt>
                <c:pt idx="124">
                  <c:v>1.3967</c:v>
                </c:pt>
                <c:pt idx="125">
                  <c:v>1.3913</c:v>
                </c:pt>
                <c:pt idx="126">
                  <c:v>1.3862</c:v>
                </c:pt>
                <c:pt idx="127">
                  <c:v>1.3804</c:v>
                </c:pt>
                <c:pt idx="128">
                  <c:v>1.3752</c:v>
                </c:pt>
                <c:pt idx="129">
                  <c:v>1.3705</c:v>
                </c:pt>
                <c:pt idx="130">
                  <c:v>1.3705</c:v>
                </c:pt>
                <c:pt idx="131">
                  <c:v>1.3647</c:v>
                </c:pt>
              </c:numCache>
            </c:numRef>
          </c:val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E07A32"/>
            </a:solidFill>
          </c:spPr>
          <c:marker>
            <c:symbol val="none"/>
          </c:marker>
          <c:cat>
            <c:numRef>
              <c:f>'Chart Data'!$C$2:$C$133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Data'!$D$2:$D$133</c:f>
              <c:numCache>
                <c:formatCode>General</c:formatCode>
                <c:ptCount val="132"/>
                <c:pt idx="0">
                  <c:v>2.0353</c:v>
                </c:pt>
                <c:pt idx="1">
                  <c:v>2.0251</c:v>
                </c:pt>
                <c:pt idx="2">
                  <c:v>2.0133</c:v>
                </c:pt>
                <c:pt idx="3">
                  <c:v>2.0133</c:v>
                </c:pt>
                <c:pt idx="4">
                  <c:v>2.0005</c:v>
                </c:pt>
                <c:pt idx="5">
                  <c:v>2.0139</c:v>
                </c:pt>
                <c:pt idx="6">
                  <c:v>2.0131</c:v>
                </c:pt>
                <c:pt idx="7">
                  <c:v>1.9688</c:v>
                </c:pt>
                <c:pt idx="8">
                  <c:v>1.9682</c:v>
                </c:pt>
                <c:pt idx="9">
                  <c:v>1.9572</c:v>
                </c:pt>
                <c:pt idx="10">
                  <c:v>1.9456</c:v>
                </c:pt>
                <c:pt idx="11">
                  <c:v>1.9348</c:v>
                </c:pt>
                <c:pt idx="12">
                  <c:v>1.9233</c:v>
                </c:pt>
                <c:pt idx="13">
                  <c:v>1.9119</c:v>
                </c:pt>
                <c:pt idx="14">
                  <c:v>1.9011</c:v>
                </c:pt>
                <c:pt idx="15">
                  <c:v>1.8892</c:v>
                </c:pt>
                <c:pt idx="16">
                  <c:v>1.8783</c:v>
                </c:pt>
                <c:pt idx="17">
                  <c:v>1.8676</c:v>
                </c:pt>
                <c:pt idx="18">
                  <c:v>1.8676</c:v>
                </c:pt>
                <c:pt idx="19">
                  <c:v>1.9796</c:v>
                </c:pt>
                <c:pt idx="20">
                  <c:v>1.9575</c:v>
                </c:pt>
                <c:pt idx="21">
                  <c:v>1.9458</c:v>
                </c:pt>
                <c:pt idx="22">
                  <c:v>1.9242</c:v>
                </c:pt>
                <c:pt idx="23">
                  <c:v>1.946</c:v>
                </c:pt>
                <c:pt idx="24">
                  <c:v>1.9014</c:v>
                </c:pt>
                <c:pt idx="25">
                  <c:v>1.8787</c:v>
                </c:pt>
                <c:pt idx="26">
                  <c:v>1.8683</c:v>
                </c:pt>
                <c:pt idx="27">
                  <c:v>1.856</c:v>
                </c:pt>
                <c:pt idx="28">
                  <c:v>1.8452</c:v>
                </c:pt>
                <c:pt idx="29">
                  <c:v>1.8572</c:v>
                </c:pt>
                <c:pt idx="30">
                  <c:v>1.9248</c:v>
                </c:pt>
                <c:pt idx="31">
                  <c:v>1.8822</c:v>
                </c:pt>
                <c:pt idx="32">
                  <c:v>1.8553</c:v>
                </c:pt>
                <c:pt idx="33">
                  <c:v>1.8393</c:v>
                </c:pt>
                <c:pt idx="34">
                  <c:v>1.8185</c:v>
                </c:pt>
                <c:pt idx="35">
                  <c:v>1.8135</c:v>
                </c:pt>
                <c:pt idx="36">
                  <c:v>1.7971</c:v>
                </c:pt>
                <c:pt idx="37">
                  <c:v>1.781</c:v>
                </c:pt>
                <c:pt idx="38">
                  <c:v>1.771</c:v>
                </c:pt>
                <c:pt idx="39">
                  <c:v>1.7605</c:v>
                </c:pt>
                <c:pt idx="40">
                  <c:v>1.7503</c:v>
                </c:pt>
                <c:pt idx="41">
                  <c:v>1.7395</c:v>
                </c:pt>
                <c:pt idx="42">
                  <c:v>1.7547</c:v>
                </c:pt>
                <c:pt idx="43">
                  <c:v>1.7659</c:v>
                </c:pt>
                <c:pt idx="44">
                  <c:v>1.7338</c:v>
                </c:pt>
                <c:pt idx="45">
                  <c:v>1.7133</c:v>
                </c:pt>
                <c:pt idx="46">
                  <c:v>1.7024</c:v>
                </c:pt>
                <c:pt idx="47">
                  <c:v>1.8237</c:v>
                </c:pt>
                <c:pt idx="48">
                  <c:v>1.8081</c:v>
                </c:pt>
                <c:pt idx="49">
                  <c:v>1.7758</c:v>
                </c:pt>
                <c:pt idx="50">
                  <c:v>1.7447</c:v>
                </c:pt>
                <c:pt idx="51">
                  <c:v>1.7292</c:v>
                </c:pt>
                <c:pt idx="52">
                  <c:v>1.7081</c:v>
                </c:pt>
                <c:pt idx="53">
                  <c:v>1.6976</c:v>
                </c:pt>
                <c:pt idx="54">
                  <c:v>1.6821</c:v>
                </c:pt>
                <c:pt idx="55">
                  <c:v>1.6715</c:v>
                </c:pt>
                <c:pt idx="56">
                  <c:v>1.6608</c:v>
                </c:pt>
                <c:pt idx="57">
                  <c:v>1.6511</c:v>
                </c:pt>
                <c:pt idx="58">
                  <c:v>1.6401</c:v>
                </c:pt>
                <c:pt idx="59">
                  <c:v>1.6292</c:v>
                </c:pt>
                <c:pt idx="60">
                  <c:v>1.6088</c:v>
                </c:pt>
                <c:pt idx="61">
                  <c:v>1.6035</c:v>
                </c:pt>
                <c:pt idx="62">
                  <c:v>1.599</c:v>
                </c:pt>
                <c:pt idx="63">
                  <c:v>1.5876</c:v>
                </c:pt>
                <c:pt idx="64">
                  <c:v>1.583</c:v>
                </c:pt>
                <c:pt idx="65">
                  <c:v>1.5671</c:v>
                </c:pt>
                <c:pt idx="66">
                  <c:v>1.5613</c:v>
                </c:pt>
                <c:pt idx="67">
                  <c:v>1.5512</c:v>
                </c:pt>
                <c:pt idx="68">
                  <c:v>1.5407</c:v>
                </c:pt>
                <c:pt idx="69">
                  <c:v>1.5253</c:v>
                </c:pt>
                <c:pt idx="70">
                  <c:v>1.5302</c:v>
                </c:pt>
                <c:pt idx="71">
                  <c:v>1.5247</c:v>
                </c:pt>
                <c:pt idx="72">
                  <c:v>1.5145</c:v>
                </c:pt>
                <c:pt idx="73">
                  <c:v>1.5094</c:v>
                </c:pt>
                <c:pt idx="74">
                  <c:v>1.504</c:v>
                </c:pt>
                <c:pt idx="75">
                  <c:v>1.4935</c:v>
                </c:pt>
                <c:pt idx="76">
                  <c:v>1.4876</c:v>
                </c:pt>
                <c:pt idx="77">
                  <c:v>1.5303</c:v>
                </c:pt>
                <c:pt idx="78">
                  <c:v>1.5041</c:v>
                </c:pt>
                <c:pt idx="79">
                  <c:v>1.4888</c:v>
                </c:pt>
                <c:pt idx="80">
                  <c:v>1.4783</c:v>
                </c:pt>
                <c:pt idx="81">
                  <c:v>1.4785</c:v>
                </c:pt>
                <c:pt idx="82">
                  <c:v>1.4732</c:v>
                </c:pt>
                <c:pt idx="83">
                  <c:v>1.4675</c:v>
                </c:pt>
                <c:pt idx="84">
                  <c:v>1.4516</c:v>
                </c:pt>
                <c:pt idx="85">
                  <c:v>1.4519</c:v>
                </c:pt>
                <c:pt idx="86">
                  <c:v>1.4471</c:v>
                </c:pt>
                <c:pt idx="87">
                  <c:v>1.4469</c:v>
                </c:pt>
                <c:pt idx="88">
                  <c:v>1.4417</c:v>
                </c:pt>
                <c:pt idx="89">
                  <c:v>1.5936</c:v>
                </c:pt>
                <c:pt idx="90">
                  <c:v>1.5464</c:v>
                </c:pt>
                <c:pt idx="91">
                  <c:v>1.5147</c:v>
                </c:pt>
                <c:pt idx="92">
                  <c:v>1.499</c:v>
                </c:pt>
                <c:pt idx="93">
                  <c:v>1.4831</c:v>
                </c:pt>
                <c:pt idx="94">
                  <c:v>1.473</c:v>
                </c:pt>
                <c:pt idx="95">
                  <c:v>1.4628</c:v>
                </c:pt>
                <c:pt idx="96">
                  <c:v>1.4518</c:v>
                </c:pt>
                <c:pt idx="97">
                  <c:v>1.4469</c:v>
                </c:pt>
                <c:pt idx="98">
                  <c:v>1.4414</c:v>
                </c:pt>
                <c:pt idx="99">
                  <c:v>1.4312</c:v>
                </c:pt>
                <c:pt idx="100">
                  <c:v>1.426</c:v>
                </c:pt>
                <c:pt idx="101">
                  <c:v>1.4205</c:v>
                </c:pt>
                <c:pt idx="102">
                  <c:v>1.4207</c:v>
                </c:pt>
                <c:pt idx="103">
                  <c:v>1.4523</c:v>
                </c:pt>
                <c:pt idx="104">
                  <c:v>1.4316</c:v>
                </c:pt>
                <c:pt idx="105">
                  <c:v>1.415</c:v>
                </c:pt>
                <c:pt idx="106">
                  <c:v>1.4097</c:v>
                </c:pt>
                <c:pt idx="107">
                  <c:v>1.4049</c:v>
                </c:pt>
                <c:pt idx="108">
                  <c:v>1.3952</c:v>
                </c:pt>
                <c:pt idx="109">
                  <c:v>1.3945</c:v>
                </c:pt>
                <c:pt idx="110">
                  <c:v>1.3893</c:v>
                </c:pt>
                <c:pt idx="111">
                  <c:v>1.3838</c:v>
                </c:pt>
                <c:pt idx="112">
                  <c:v>1.3737</c:v>
                </c:pt>
                <c:pt idx="113">
                  <c:v>1.3786</c:v>
                </c:pt>
                <c:pt idx="114">
                  <c:v>1.3738</c:v>
                </c:pt>
                <c:pt idx="115">
                  <c:v>1.3683</c:v>
                </c:pt>
                <c:pt idx="116">
                  <c:v>1.3633</c:v>
                </c:pt>
                <c:pt idx="117">
                  <c:v>1.3581</c:v>
                </c:pt>
                <c:pt idx="118">
                  <c:v>1.3533</c:v>
                </c:pt>
                <c:pt idx="119">
                  <c:v>1.3842</c:v>
                </c:pt>
                <c:pt idx="120">
                  <c:v>1.4051</c:v>
                </c:pt>
                <c:pt idx="121">
                  <c:v>1.3787</c:v>
                </c:pt>
                <c:pt idx="122">
                  <c:v>1.3683</c:v>
                </c:pt>
                <c:pt idx="123">
                  <c:v>1.3573</c:v>
                </c:pt>
                <c:pt idx="124">
                  <c:v>1.3525</c:v>
                </c:pt>
                <c:pt idx="125">
                  <c:v>1.3474</c:v>
                </c:pt>
                <c:pt idx="126">
                  <c:v>1.337</c:v>
                </c:pt>
                <c:pt idx="127">
                  <c:v>1.3312</c:v>
                </c:pt>
                <c:pt idx="128">
                  <c:v>1.3259</c:v>
                </c:pt>
                <c:pt idx="129">
                  <c:v>1.3216</c:v>
                </c:pt>
                <c:pt idx="130">
                  <c:v>1.3212</c:v>
                </c:pt>
                <c:pt idx="131">
                  <c:v>1.3156</c:v>
                </c:pt>
              </c:numCache>
            </c:numRef>
          </c:val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67D35"/>
            </a:solidFill>
          </c:spPr>
          <c:marker>
            <c:symbol val="none"/>
          </c:marker>
          <c:cat>
            <c:numRef>
              <c:f>'Chart Data'!$E$2:$E$133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Data'!$F$2:$F$133</c:f>
              <c:numCache>
                <c:formatCode>General</c:formatCode>
                <c:ptCount val="132"/>
                <c:pt idx="0">
                  <c:v>1.8911</c:v>
                </c:pt>
                <c:pt idx="1">
                  <c:v>1.8806</c:v>
                </c:pt>
                <c:pt idx="2">
                  <c:v>1.8807</c:v>
                </c:pt>
                <c:pt idx="3">
                  <c:v>1.8808</c:v>
                </c:pt>
                <c:pt idx="4">
                  <c:v>1.8795</c:v>
                </c:pt>
                <c:pt idx="5">
                  <c:v>1.8807</c:v>
                </c:pt>
                <c:pt idx="6">
                  <c:v>1.8799</c:v>
                </c:pt>
                <c:pt idx="7">
                  <c:v>1.8815</c:v>
                </c:pt>
                <c:pt idx="8">
                  <c:v>1.8697</c:v>
                </c:pt>
                <c:pt idx="9">
                  <c:v>1.8701</c:v>
                </c:pt>
                <c:pt idx="10">
                  <c:v>1.87</c:v>
                </c:pt>
                <c:pt idx="11">
                  <c:v>1.8597</c:v>
                </c:pt>
                <c:pt idx="12">
                  <c:v>1.8591</c:v>
                </c:pt>
                <c:pt idx="13">
                  <c:v>1.859</c:v>
                </c:pt>
                <c:pt idx="14">
                  <c:v>1.8594</c:v>
                </c:pt>
                <c:pt idx="15">
                  <c:v>1.8587</c:v>
                </c:pt>
                <c:pt idx="16">
                  <c:v>1.8478</c:v>
                </c:pt>
                <c:pt idx="17">
                  <c:v>1.8485</c:v>
                </c:pt>
                <c:pt idx="18">
                  <c:v>1.8484</c:v>
                </c:pt>
                <c:pt idx="19">
                  <c:v>1.8808</c:v>
                </c:pt>
                <c:pt idx="20">
                  <c:v>1.8815</c:v>
                </c:pt>
                <c:pt idx="21">
                  <c:v>1.8811</c:v>
                </c:pt>
                <c:pt idx="22">
                  <c:v>1.871</c:v>
                </c:pt>
                <c:pt idx="23">
                  <c:v>1.8702</c:v>
                </c:pt>
                <c:pt idx="24">
                  <c:v>1.8707</c:v>
                </c:pt>
                <c:pt idx="25">
                  <c:v>1.8596</c:v>
                </c:pt>
                <c:pt idx="26">
                  <c:v>1.86</c:v>
                </c:pt>
                <c:pt idx="27">
                  <c:v>1.8592</c:v>
                </c:pt>
                <c:pt idx="28">
                  <c:v>1.8481</c:v>
                </c:pt>
                <c:pt idx="29">
                  <c:v>1.8492</c:v>
                </c:pt>
                <c:pt idx="30">
                  <c:v>1.8835</c:v>
                </c:pt>
                <c:pt idx="31">
                  <c:v>1.8628</c:v>
                </c:pt>
                <c:pt idx="32">
                  <c:v>1.8521</c:v>
                </c:pt>
                <c:pt idx="33">
                  <c:v>1.847</c:v>
                </c:pt>
                <c:pt idx="34">
                  <c:v>1.8368</c:v>
                </c:pt>
                <c:pt idx="35">
                  <c:v>1.8372</c:v>
                </c:pt>
                <c:pt idx="36">
                  <c:v>1.8317</c:v>
                </c:pt>
                <c:pt idx="37">
                  <c:v>1.8211</c:v>
                </c:pt>
                <c:pt idx="38">
                  <c:v>1.8165</c:v>
                </c:pt>
                <c:pt idx="39">
                  <c:v>1.8114</c:v>
                </c:pt>
                <c:pt idx="40">
                  <c:v>1.8116</c:v>
                </c:pt>
                <c:pt idx="41">
                  <c:v>1.8061</c:v>
                </c:pt>
                <c:pt idx="42">
                  <c:v>1.8132</c:v>
                </c:pt>
                <c:pt idx="43">
                  <c:v>1.8063</c:v>
                </c:pt>
                <c:pt idx="44">
                  <c:v>1.7958</c:v>
                </c:pt>
                <c:pt idx="45">
                  <c:v>1.7859</c:v>
                </c:pt>
                <c:pt idx="46">
                  <c:v>1.7803</c:v>
                </c:pt>
                <c:pt idx="47">
                  <c:v>1.8151</c:v>
                </c:pt>
                <c:pt idx="48">
                  <c:v>1.8157</c:v>
                </c:pt>
                <c:pt idx="49">
                  <c:v>1.8002</c:v>
                </c:pt>
                <c:pt idx="50">
                  <c:v>1.7904</c:v>
                </c:pt>
                <c:pt idx="51">
                  <c:v>1.7803</c:v>
                </c:pt>
                <c:pt idx="52">
                  <c:v>1.7753</c:v>
                </c:pt>
                <c:pt idx="53">
                  <c:v>1.7703</c:v>
                </c:pt>
                <c:pt idx="54">
                  <c:v>1.7601</c:v>
                </c:pt>
                <c:pt idx="55">
                  <c:v>1.7496</c:v>
                </c:pt>
                <c:pt idx="56">
                  <c:v>1.7497</c:v>
                </c:pt>
                <c:pt idx="57">
                  <c:v>1.745</c:v>
                </c:pt>
                <c:pt idx="58">
                  <c:v>1.7396</c:v>
                </c:pt>
                <c:pt idx="59">
                  <c:v>1.7286</c:v>
                </c:pt>
                <c:pt idx="60">
                  <c:v>1.7239</c:v>
                </c:pt>
                <c:pt idx="61">
                  <c:v>1.714</c:v>
                </c:pt>
                <c:pt idx="62">
                  <c:v>1.714</c:v>
                </c:pt>
                <c:pt idx="63">
                  <c:v>1.7037</c:v>
                </c:pt>
                <c:pt idx="64">
                  <c:v>1.704</c:v>
                </c:pt>
                <c:pt idx="65">
                  <c:v>1.6936</c:v>
                </c:pt>
                <c:pt idx="66">
                  <c:v>1.6877</c:v>
                </c:pt>
                <c:pt idx="67">
                  <c:v>1.6831</c:v>
                </c:pt>
                <c:pt idx="68">
                  <c:v>1.6779</c:v>
                </c:pt>
                <c:pt idx="69">
                  <c:v>1.6732</c:v>
                </c:pt>
                <c:pt idx="70">
                  <c:v>1.6674</c:v>
                </c:pt>
                <c:pt idx="71">
                  <c:v>1.6623</c:v>
                </c:pt>
                <c:pt idx="72">
                  <c:v>1.6574</c:v>
                </c:pt>
                <c:pt idx="73">
                  <c:v>1.6525</c:v>
                </c:pt>
                <c:pt idx="74">
                  <c:v>1.6472</c:v>
                </c:pt>
                <c:pt idx="75">
                  <c:v>1.6364</c:v>
                </c:pt>
                <c:pt idx="76">
                  <c:v>1.6363</c:v>
                </c:pt>
                <c:pt idx="77">
                  <c:v>1.6411</c:v>
                </c:pt>
                <c:pt idx="78">
                  <c:v>1.6316</c:v>
                </c:pt>
                <c:pt idx="79">
                  <c:v>1.6212</c:v>
                </c:pt>
                <c:pt idx="80">
                  <c:v>1.6164</c:v>
                </c:pt>
                <c:pt idx="81">
                  <c:v>1.6158</c:v>
                </c:pt>
                <c:pt idx="82">
                  <c:v>1.6167</c:v>
                </c:pt>
                <c:pt idx="83">
                  <c:v>1.6109</c:v>
                </c:pt>
                <c:pt idx="84">
                  <c:v>1.6007</c:v>
                </c:pt>
                <c:pt idx="85">
                  <c:v>1.5959</c:v>
                </c:pt>
                <c:pt idx="86">
                  <c:v>1.5962</c:v>
                </c:pt>
                <c:pt idx="87">
                  <c:v>1.5958</c:v>
                </c:pt>
                <c:pt idx="88">
                  <c:v>1.5907</c:v>
                </c:pt>
                <c:pt idx="89">
                  <c:v>1.6888</c:v>
                </c:pt>
                <c:pt idx="90">
                  <c:v>1.626</c:v>
                </c:pt>
                <c:pt idx="91">
                  <c:v>1.6157</c:v>
                </c:pt>
                <c:pt idx="92">
                  <c:v>1.6057</c:v>
                </c:pt>
                <c:pt idx="93">
                  <c:v>1.595</c:v>
                </c:pt>
                <c:pt idx="94">
                  <c:v>1.5904</c:v>
                </c:pt>
                <c:pt idx="95">
                  <c:v>1.5854</c:v>
                </c:pt>
                <c:pt idx="96">
                  <c:v>1.58</c:v>
                </c:pt>
                <c:pt idx="97">
                  <c:v>1.5752</c:v>
                </c:pt>
                <c:pt idx="98">
                  <c:v>1.5698</c:v>
                </c:pt>
                <c:pt idx="99">
                  <c:v>1.5703</c:v>
                </c:pt>
                <c:pt idx="100">
                  <c:v>1.5652</c:v>
                </c:pt>
                <c:pt idx="101">
                  <c:v>1.5596</c:v>
                </c:pt>
                <c:pt idx="102">
                  <c:v>1.565</c:v>
                </c:pt>
                <c:pt idx="103">
                  <c:v>1.575</c:v>
                </c:pt>
                <c:pt idx="104">
                  <c:v>1.5653</c:v>
                </c:pt>
                <c:pt idx="105">
                  <c:v>1.5598</c:v>
                </c:pt>
                <c:pt idx="106">
                  <c:v>1.5499</c:v>
                </c:pt>
                <c:pt idx="107">
                  <c:v>1.5439</c:v>
                </c:pt>
                <c:pt idx="108">
                  <c:v>1.545</c:v>
                </c:pt>
                <c:pt idx="109">
                  <c:v>1.5446</c:v>
                </c:pt>
                <c:pt idx="110">
                  <c:v>1.5343</c:v>
                </c:pt>
                <c:pt idx="111">
                  <c:v>1.5288</c:v>
                </c:pt>
                <c:pt idx="112">
                  <c:v>1.5289</c:v>
                </c:pt>
                <c:pt idx="113">
                  <c:v>1.5291</c:v>
                </c:pt>
                <c:pt idx="114">
                  <c:v>1.5239</c:v>
                </c:pt>
                <c:pt idx="115">
                  <c:v>1.5187</c:v>
                </c:pt>
                <c:pt idx="116">
                  <c:v>1.5136</c:v>
                </c:pt>
                <c:pt idx="117">
                  <c:v>1.5136</c:v>
                </c:pt>
                <c:pt idx="118">
                  <c:v>1.5139</c:v>
                </c:pt>
                <c:pt idx="119">
                  <c:v>1.534</c:v>
                </c:pt>
                <c:pt idx="120">
                  <c:v>1.5391</c:v>
                </c:pt>
                <c:pt idx="121">
                  <c:v>1.5236</c:v>
                </c:pt>
                <c:pt idx="122">
                  <c:v>1.5136</c:v>
                </c:pt>
                <c:pt idx="123">
                  <c:v>1.5078</c:v>
                </c:pt>
                <c:pt idx="124">
                  <c:v>1.5032</c:v>
                </c:pt>
                <c:pt idx="125">
                  <c:v>1.4978</c:v>
                </c:pt>
                <c:pt idx="126">
                  <c:v>1.4928</c:v>
                </c:pt>
                <c:pt idx="127">
                  <c:v>1.4924</c:v>
                </c:pt>
                <c:pt idx="128">
                  <c:v>1.4875</c:v>
                </c:pt>
                <c:pt idx="129">
                  <c:v>1.4825</c:v>
                </c:pt>
                <c:pt idx="130">
                  <c:v>1.4828</c:v>
                </c:pt>
                <c:pt idx="131">
                  <c:v>1.477</c:v>
                </c:pt>
              </c:numCache>
            </c:numRef>
          </c:val>
        </c:ser>
        <c:ser>
          <c:idx val="3"/>
          <c:order val="3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Data'!$G$2:$G$133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Data'!$H$2:$H$133</c:f>
              <c:numCache>
                <c:formatCode>General</c:formatCode>
                <c:ptCount val="132"/>
                <c:pt idx="0">
                  <c:v>1.855</c:v>
                </c:pt>
                <c:pt idx="1">
                  <c:v>1.8432</c:v>
                </c:pt>
                <c:pt idx="2">
                  <c:v>1.8396</c:v>
                </c:pt>
                <c:pt idx="3">
                  <c:v>1.8307</c:v>
                </c:pt>
                <c:pt idx="4">
                  <c:v>1.8327</c:v>
                </c:pt>
                <c:pt idx="5">
                  <c:v>1.8285</c:v>
                </c:pt>
                <c:pt idx="6">
                  <c:v>1.8212</c:v>
                </c:pt>
                <c:pt idx="7">
                  <c:v>1.8152</c:v>
                </c:pt>
                <c:pt idx="8">
                  <c:v>1.8043</c:v>
                </c:pt>
                <c:pt idx="9">
                  <c:v>1.8231</c:v>
                </c:pt>
                <c:pt idx="10">
                  <c:v>1.8121</c:v>
                </c:pt>
                <c:pt idx="11">
                  <c:v>1.8047</c:v>
                </c:pt>
                <c:pt idx="12">
                  <c:v>1.7908</c:v>
                </c:pt>
                <c:pt idx="13">
                  <c:v>1.7835</c:v>
                </c:pt>
                <c:pt idx="14">
                  <c:v>1.7809</c:v>
                </c:pt>
                <c:pt idx="15">
                  <c:v>1.7712</c:v>
                </c:pt>
                <c:pt idx="16">
                  <c:v>1.7686</c:v>
                </c:pt>
                <c:pt idx="17">
                  <c:v>1.7536</c:v>
                </c:pt>
                <c:pt idx="18">
                  <c:v>1.7462</c:v>
                </c:pt>
                <c:pt idx="19">
                  <c:v>1.7377</c:v>
                </c:pt>
                <c:pt idx="20">
                  <c:v>1.7315</c:v>
                </c:pt>
                <c:pt idx="21">
                  <c:v>1.7086</c:v>
                </c:pt>
                <c:pt idx="22">
                  <c:v>1.7115</c:v>
                </c:pt>
                <c:pt idx="23">
                  <c:v>1.7075</c:v>
                </c:pt>
                <c:pt idx="24">
                  <c:v>1.7492</c:v>
                </c:pt>
                <c:pt idx="25">
                  <c:v>1.7328</c:v>
                </c:pt>
                <c:pt idx="26">
                  <c:v>1.7222</c:v>
                </c:pt>
                <c:pt idx="27">
                  <c:v>1.7118</c:v>
                </c:pt>
                <c:pt idx="28">
                  <c:v>1.6993</c:v>
                </c:pt>
                <c:pt idx="29">
                  <c:v>1.694</c:v>
                </c:pt>
                <c:pt idx="30">
                  <c:v>1.6819</c:v>
                </c:pt>
                <c:pt idx="31">
                  <c:v>1.677</c:v>
                </c:pt>
                <c:pt idx="32">
                  <c:v>1.6655</c:v>
                </c:pt>
                <c:pt idx="33">
                  <c:v>1.6572</c:v>
                </c:pt>
                <c:pt idx="34">
                  <c:v>1.6482</c:v>
                </c:pt>
                <c:pt idx="35">
                  <c:v>1.6388</c:v>
                </c:pt>
                <c:pt idx="36">
                  <c:v>1.6276</c:v>
                </c:pt>
                <c:pt idx="37">
                  <c:v>1.6222</c:v>
                </c:pt>
                <c:pt idx="38">
                  <c:v>1.614</c:v>
                </c:pt>
                <c:pt idx="39">
                  <c:v>1.6761</c:v>
                </c:pt>
                <c:pt idx="40">
                  <c:v>1.6493</c:v>
                </c:pt>
                <c:pt idx="41">
                  <c:v>1.6324</c:v>
                </c:pt>
                <c:pt idx="42">
                  <c:v>1.6164</c:v>
                </c:pt>
                <c:pt idx="43">
                  <c:v>1.6109</c:v>
                </c:pt>
                <c:pt idx="44">
                  <c:v>1.5955</c:v>
                </c:pt>
                <c:pt idx="45">
                  <c:v>1.7267</c:v>
                </c:pt>
                <c:pt idx="46">
                  <c:v>1.7166</c:v>
                </c:pt>
                <c:pt idx="47">
                  <c:v>1.6958</c:v>
                </c:pt>
                <c:pt idx="48">
                  <c:v>1.6778</c:v>
                </c:pt>
                <c:pt idx="49">
                  <c:v>1.6607</c:v>
                </c:pt>
                <c:pt idx="50">
                  <c:v>1.6664</c:v>
                </c:pt>
                <c:pt idx="51">
                  <c:v>1.6468</c:v>
                </c:pt>
                <c:pt idx="52">
                  <c:v>1.6258</c:v>
                </c:pt>
                <c:pt idx="53">
                  <c:v>1.6122</c:v>
                </c:pt>
                <c:pt idx="54">
                  <c:v>1.6057</c:v>
                </c:pt>
                <c:pt idx="55">
                  <c:v>1.6736</c:v>
                </c:pt>
                <c:pt idx="56">
                  <c:v>1.6404</c:v>
                </c:pt>
                <c:pt idx="57">
                  <c:v>1.6133</c:v>
                </c:pt>
                <c:pt idx="58">
                  <c:v>1.5921</c:v>
                </c:pt>
                <c:pt idx="59">
                  <c:v>1.5866</c:v>
                </c:pt>
                <c:pt idx="60">
                  <c:v>1.5801</c:v>
                </c:pt>
                <c:pt idx="61">
                  <c:v>1.5642</c:v>
                </c:pt>
                <c:pt idx="62">
                  <c:v>1.5556</c:v>
                </c:pt>
                <c:pt idx="63">
                  <c:v>1.5402</c:v>
                </c:pt>
                <c:pt idx="64">
                  <c:v>1.5322</c:v>
                </c:pt>
                <c:pt idx="65">
                  <c:v>1.5316</c:v>
                </c:pt>
                <c:pt idx="66">
                  <c:v>1.5223</c:v>
                </c:pt>
                <c:pt idx="67">
                  <c:v>1.5065</c:v>
                </c:pt>
                <c:pt idx="68">
                  <c:v>1.5014</c:v>
                </c:pt>
                <c:pt idx="69">
                  <c:v>1.4964</c:v>
                </c:pt>
                <c:pt idx="70">
                  <c:v>1.5334</c:v>
                </c:pt>
                <c:pt idx="71">
                  <c:v>1.5238</c:v>
                </c:pt>
                <c:pt idx="72">
                  <c:v>1.5012</c:v>
                </c:pt>
                <c:pt idx="73">
                  <c:v>1.4924</c:v>
                </c:pt>
                <c:pt idx="74">
                  <c:v>1.4833</c:v>
                </c:pt>
                <c:pt idx="75">
                  <c:v>1.4807</c:v>
                </c:pt>
                <c:pt idx="76">
                  <c:v>1.4735</c:v>
                </c:pt>
                <c:pt idx="77">
                  <c:v>1.468</c:v>
                </c:pt>
                <c:pt idx="78">
                  <c:v>1.4581</c:v>
                </c:pt>
                <c:pt idx="79">
                  <c:v>1.4479</c:v>
                </c:pt>
                <c:pt idx="80">
                  <c:v>1.4528</c:v>
                </c:pt>
                <c:pt idx="81">
                  <c:v>1.4425</c:v>
                </c:pt>
                <c:pt idx="82">
                  <c:v>1.4393</c:v>
                </c:pt>
                <c:pt idx="83">
                  <c:v>1.4286</c:v>
                </c:pt>
                <c:pt idx="84">
                  <c:v>1.4249</c:v>
                </c:pt>
                <c:pt idx="85">
                  <c:v>1.4698</c:v>
                </c:pt>
                <c:pt idx="86">
                  <c:v>1.4526</c:v>
                </c:pt>
                <c:pt idx="87">
                  <c:v>1.4428</c:v>
                </c:pt>
                <c:pt idx="88">
                  <c:v>1.4284</c:v>
                </c:pt>
                <c:pt idx="89">
                  <c:v>1.4155</c:v>
                </c:pt>
                <c:pt idx="90">
                  <c:v>1.4546</c:v>
                </c:pt>
                <c:pt idx="91">
                  <c:v>1.4283</c:v>
                </c:pt>
                <c:pt idx="92">
                  <c:v>1.4197</c:v>
                </c:pt>
                <c:pt idx="93">
                  <c:v>1.4156</c:v>
                </c:pt>
                <c:pt idx="94">
                  <c:v>1.4057</c:v>
                </c:pt>
                <c:pt idx="95">
                  <c:v>1.4084</c:v>
                </c:pt>
                <c:pt idx="96">
                  <c:v>1.3969</c:v>
                </c:pt>
                <c:pt idx="97">
                  <c:v>1.3936</c:v>
                </c:pt>
                <c:pt idx="98">
                  <c:v>1.3894</c:v>
                </c:pt>
                <c:pt idx="99">
                  <c:v>1.3786</c:v>
                </c:pt>
                <c:pt idx="100">
                  <c:v>1.3849</c:v>
                </c:pt>
                <c:pt idx="101">
                  <c:v>1.3703</c:v>
                </c:pt>
                <c:pt idx="102">
                  <c:v>1.3733</c:v>
                </c:pt>
                <c:pt idx="103">
                  <c:v>1.3679</c:v>
                </c:pt>
                <c:pt idx="104">
                  <c:v>1.3567</c:v>
                </c:pt>
                <c:pt idx="105">
                  <c:v>1.4604</c:v>
                </c:pt>
                <c:pt idx="106">
                  <c:v>1.4501</c:v>
                </c:pt>
                <c:pt idx="107">
                  <c:v>1.4381</c:v>
                </c:pt>
                <c:pt idx="108">
                  <c:v>1.4284</c:v>
                </c:pt>
                <c:pt idx="109">
                  <c:v>1.4148</c:v>
                </c:pt>
                <c:pt idx="110">
                  <c:v>1.4139</c:v>
                </c:pt>
                <c:pt idx="111">
                  <c:v>1.3989</c:v>
                </c:pt>
                <c:pt idx="112">
                  <c:v>1.3953</c:v>
                </c:pt>
                <c:pt idx="113">
                  <c:v>1.39</c:v>
                </c:pt>
                <c:pt idx="114">
                  <c:v>1.386</c:v>
                </c:pt>
                <c:pt idx="115">
                  <c:v>1.3882</c:v>
                </c:pt>
                <c:pt idx="116">
                  <c:v>1.3762</c:v>
                </c:pt>
                <c:pt idx="117">
                  <c:v>1.3647</c:v>
                </c:pt>
                <c:pt idx="118">
                  <c:v>1.359</c:v>
                </c:pt>
                <c:pt idx="119">
                  <c:v>1.3462</c:v>
                </c:pt>
                <c:pt idx="120">
                  <c:v>1.4268</c:v>
                </c:pt>
                <c:pt idx="121">
                  <c:v>1.4064</c:v>
                </c:pt>
                <c:pt idx="122">
                  <c:v>1.3935</c:v>
                </c:pt>
                <c:pt idx="123">
                  <c:v>1.3882</c:v>
                </c:pt>
                <c:pt idx="124">
                  <c:v>1.3702</c:v>
                </c:pt>
                <c:pt idx="125">
                  <c:v>1.3797</c:v>
                </c:pt>
                <c:pt idx="126">
                  <c:v>1.3687</c:v>
                </c:pt>
                <c:pt idx="127">
                  <c:v>1.3627</c:v>
                </c:pt>
                <c:pt idx="128">
                  <c:v>1.3634</c:v>
                </c:pt>
                <c:pt idx="129">
                  <c:v>1.3519</c:v>
                </c:pt>
                <c:pt idx="130">
                  <c:v>1.3548</c:v>
                </c:pt>
                <c:pt idx="131">
                  <c:v>1.3411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循环次数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容量 Ah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0.010001</c:v>
                </c:pt>
                <c:pt idx="1">
                  <c:v>0.012239</c:v>
                </c:pt>
                <c:pt idx="2">
                  <c:v>0.00821</c:v>
                </c:pt>
                <c:pt idx="3">
                  <c:v>0.027251</c:v>
                </c:pt>
              </c:numCache>
            </c:numRef>
          </c:val>
        </c:ser>
        <c:ser>
          <c:idx val="1"/>
          <c:order val="1"/>
          <c:tx>
            <c:v>循环线性回归</c:v>
          </c:tx>
          <c:spPr>
            <a:solidFill xmlns:a="http://schemas.openxmlformats.org/drawingml/2006/main">
              <a:srgbClr val="E07A32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0.038832</c:v>
                </c:pt>
                <c:pt idx="1">
                  <c:v>0.083245</c:v>
                </c:pt>
                <c:pt idx="2">
                  <c:v>0.040558</c:v>
                </c:pt>
                <c:pt idx="3">
                  <c:v>0.097342</c:v>
                </c:pt>
              </c:numCache>
            </c:numRef>
          </c:val>
        </c:ser>
        <c:ser>
          <c:idx val="2"/>
          <c:order val="2"/>
          <c:tx>
            <c:v>历史特征岭回归</c:v>
          </c:tx>
          <c:spPr>
            <a:solidFill xmlns:a="http://schemas.openxmlformats.org/drawingml/2006/main">
              <a:srgbClr val="667D35"/>
            </a:solidFill>
          </c:spPr>
          <c:invertIfNegative val="0"/>
          <c:cat>
            <c:strRef>
              <c:f>'Chart Data'!$E$2:$E$5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0.01313</c:v>
                </c:pt>
                <c:pt idx="1">
                  <c:v>0.014227</c:v>
                </c:pt>
                <c:pt idx="2">
                  <c:v>0.011376</c:v>
                </c:pt>
                <c:pt idx="3">
                  <c:v>0.033321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RMSE / Ah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45529-CF1E-44F9-BEAC-777F740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>
                <a:solidFill>
                  <a:srgbClr val="172B3A"/>
                </a:solidFill>
              </a:defRPr>
            </a:defPPr>
            <a:lvl1pPr>
              <a:defRPr sz="3750">
                <a:solidFill>
                  <a:srgbClr val="172B3A"/>
                </a:solidFill>
              </a:defRPr>
            </a:lvl1pPr>
            <a:lvl2pPr>
              <a:defRPr sz="3750">
                <a:solidFill>
                  <a:srgbClr val="172B3A"/>
                </a:solidFill>
              </a:defRPr>
            </a:lvl2pPr>
            <a:lvl3pPr>
              <a:defRPr sz="3750">
                <a:solidFill>
                  <a:srgbClr val="172B3A"/>
                </a:solidFill>
              </a:defRPr>
            </a:lvl3pPr>
            <a:lvl4pPr>
              <a:defRPr sz="3750">
                <a:solidFill>
                  <a:srgbClr val="172B3A"/>
                </a:solidFill>
              </a:defRPr>
            </a:lvl4pPr>
            <a:lvl5pPr>
              <a:defRPr sz="3750">
                <a:solidFill>
                  <a:srgbClr val="172B3A"/>
                </a:solidFill>
              </a:defRPr>
            </a:lvl5pPr>
            <a:lvl6pPr>
              <a:defRPr sz="3750">
                <a:solidFill>
                  <a:srgbClr val="172B3A"/>
                </a:solidFill>
              </a:defRPr>
            </a:lvl6pPr>
            <a:lvl7pPr>
              <a:defRPr sz="3750">
                <a:solidFill>
                  <a:srgbClr val="172B3A"/>
                </a:solidFill>
              </a:defRPr>
            </a:lvl7pPr>
            <a:lvl8pPr>
              <a:defRPr sz="3750">
                <a:solidFill>
                  <a:srgbClr val="172B3A"/>
                </a:solidFill>
              </a:defRPr>
            </a:lvl8pPr>
            <a:lvl9pPr>
              <a:defRPr sz="37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750">
                <a:solidFill>
                  <a:srgbClr val="172B3A"/>
                </a:solidFill>
              </a:defRPr>
            </a:pPr>
            <a:r>
              <a:rPr sz="3750">
                <a:solidFill>
                  <a:srgbClr val="172B3A"/>
                </a:solidFill>
              </a:rPr>
              <a:t>无人设备电池健康评估</a:t>
            </a:r>
          </a:p>
          <a:p xmlns:a="http://schemas.openxmlformats.org/drawingml/2006/main">
            <a:pPr>
              <a:defRPr sz="3750">
                <a:solidFill>
                  <a:srgbClr val="172B3A"/>
                </a:solidFill>
              </a:defRPr>
            </a:pPr>
            <a:r>
              <a:rPr sz="3750">
                <a:solidFill>
                  <a:srgbClr val="172B3A"/>
                </a:solidFill>
              </a:rPr>
              <a:t>与剩余寿命预测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CBB6B-5D3E-4214-9F9F-4289CAA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FCD2B-9BD0-4AC3-B2B7-DC7141B4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01BD-3AE7-42A1-9C39-543B16F4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B3A"/>
                </a:solidFill>
              </a:defRPr>
            </a:defPPr>
            <a:lvl1pPr>
              <a:defRPr sz="2325">
                <a:solidFill>
                  <a:srgbClr val="172B3A"/>
                </a:solidFill>
              </a:defRPr>
            </a:lvl1pPr>
            <a:lvl2pPr>
              <a:defRPr sz="2325">
                <a:solidFill>
                  <a:srgbClr val="172B3A"/>
                </a:solidFill>
              </a:defRPr>
            </a:lvl2pPr>
            <a:lvl3pPr>
              <a:defRPr sz="2325">
                <a:solidFill>
                  <a:srgbClr val="172B3A"/>
                </a:solidFill>
              </a:defRPr>
            </a:lvl3pPr>
            <a:lvl4pPr>
              <a:defRPr sz="2325">
                <a:solidFill>
                  <a:srgbClr val="172B3A"/>
                </a:solidFill>
              </a:defRPr>
            </a:lvl4pPr>
            <a:lvl5pPr>
              <a:defRPr sz="2325">
                <a:solidFill>
                  <a:srgbClr val="172B3A"/>
                </a:solidFill>
              </a:defRPr>
            </a:lvl5pPr>
            <a:lvl6pPr>
              <a:defRPr sz="2325">
                <a:solidFill>
                  <a:srgbClr val="172B3A"/>
                </a:solidFill>
              </a:defRPr>
            </a:lvl6pPr>
            <a:lvl7pPr>
              <a:defRPr sz="2325">
                <a:solidFill>
                  <a:srgbClr val="172B3A"/>
                </a:solidFill>
              </a:defRPr>
            </a:lvl7pPr>
            <a:lvl8pPr>
              <a:defRPr sz="2325">
                <a:solidFill>
                  <a:srgbClr val="172B3A"/>
                </a:solidFill>
              </a:defRPr>
            </a:lvl8pPr>
            <a:lvl9pPr>
              <a:defRPr sz="23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Python数据分析编程  题目三</a:t>
            </a:r>
          </a:p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杨晓真  25121619</a:t>
            </a:r>
          </a:p>
          <a:p xmlns:a="http://schemas.openxmlformats.org/drawingml/2006/main">
            <a:pPr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四块电池  636条逐循环记录</a:t>
            </a:r>
          </a:p>
        </p:txBody>
      </p:sp>
    </p:spTree>
    <p:extLst>
      <p:ext uri="{BB962C8B-B14F-4D97-AF65-F5344CB8AC3E}">
        <p14:creationId xmlns:p14="http://schemas.microsoft.com/office/powerpoint/2010/main" val="936742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2F6F6-8648-4503-9D7A-412C5EF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数据与清洗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EB1C4-5BC5-406E-A4C6-A7E23AB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92DD7-1847-4AB9-AD45-CB9ABFD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D902A-2850-4A1B-8DD4-921FAD0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636 行  4 个字段  恒温 24℃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无缺失、无重复、循环编号连续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局部容量回升保留，不能直接认定为错误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无内阻、电压和负载，不能估计实际飞行续航</a:t>
            </a:r>
          </a:p>
        </p:txBody>
      </p:sp>
    </p:spTree>
    <p:extLst>
      <p:ext uri="{BB962C8B-B14F-4D97-AF65-F5344CB8AC3E}">
        <p14:creationId xmlns:p14="http://schemas.microsoft.com/office/powerpoint/2010/main" val="2019862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E7480-0E5C-4151-B3C5-F1881531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四块电池的退化存在差异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3CC55-8C2E-4197-A600-0824CAD5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2F09B-70C7-4F64-9791-A714790C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92445B2-748D-4903-88E2-69E653F68031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715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dd05008d99489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99F93-958F-4D8A-BC42-CE1D613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85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defRPr sz="2025">
                <a:solidFill>
                  <a:srgbClr val="172B3A"/>
                </a:solidFill>
              </a:defRPr>
            </a:lvl1pPr>
            <a:lvl2pPr>
              <a:defRPr sz="2025">
                <a:solidFill>
                  <a:srgbClr val="172B3A"/>
                </a:solidFill>
              </a:defRPr>
            </a:lvl2pPr>
            <a:lvl3pPr>
              <a:defRPr sz="2025">
                <a:solidFill>
                  <a:srgbClr val="172B3A"/>
                </a:solidFill>
              </a:defRPr>
            </a:lvl3pPr>
            <a:lvl4pPr>
              <a:defRPr sz="2025">
                <a:solidFill>
                  <a:srgbClr val="172B3A"/>
                </a:solidFill>
              </a:defRPr>
            </a:lvl4pPr>
            <a:lvl5pPr>
              <a:defRPr sz="2025">
                <a:solidFill>
                  <a:srgbClr val="172B3A"/>
                </a:solidFill>
              </a:defRPr>
            </a:lvl5pPr>
            <a:lvl6pPr>
              <a:defRPr sz="2025">
                <a:solidFill>
                  <a:srgbClr val="172B3A"/>
                </a:solidFill>
              </a:defRPr>
            </a:lvl6pPr>
            <a:lvl7pPr>
              <a:defRPr sz="2025">
                <a:solidFill>
                  <a:srgbClr val="172B3A"/>
                </a:solidFill>
              </a:defRPr>
            </a:lvl7pPr>
            <a:lvl8pPr>
              <a:defRPr sz="2025">
                <a:solidFill>
                  <a:srgbClr val="172B3A"/>
                </a:solidFill>
              </a:defRPr>
            </a:lvl8pPr>
            <a:lvl9pPr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图示共同前132次循环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B0006 完整记录下降 41.74%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B0007 下降 24.25%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不同观察窗口限制横向比较</a:t>
            </a:r>
          </a:p>
        </p:txBody>
      </p:sp>
    </p:spTree>
    <p:extLst>
      <p:ext uri="{BB962C8B-B14F-4D97-AF65-F5344CB8AC3E}">
        <p14:creationId xmlns:p14="http://schemas.microsoft.com/office/powerpoint/2010/main" val="1742019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22605-6F17-4717-89D8-EAFB1956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时间划分与三种预测方法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38C9C-6B2E-4F16-9AC1-60441D6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6F889-026A-4459-B43C-D84A81C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A1BF7-8859-4F3F-B4A0-B2F2B0FB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前60%训练  中间20%验证  最后20%测试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上一循环基线：直接沿用最近实测容量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线性回归：用循环次数估计容量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岭回归：循环、滞后容量、历史均值与斜率</a:t>
            </a:r>
          </a:p>
        </p:txBody>
      </p:sp>
    </p:spTree>
    <p:extLst>
      <p:ext uri="{BB962C8B-B14F-4D97-AF65-F5344CB8AC3E}">
        <p14:creationId xmlns:p14="http://schemas.microsoft.com/office/powerpoint/2010/main" val="1031031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B0CD6-E99F-4188-8350-942596C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简单基线的测试误差最小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27FAC-3DC1-40DC-A2A6-539AFEFE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2A66-916C-479E-AACB-52881E8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9C2DE56-553F-4CBC-9887-2F55DCDF8737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715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b8764c2fb745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B32DE-FA74-4890-B721-D2A03F97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85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defRPr sz="2025">
                <a:solidFill>
                  <a:srgbClr val="172B3A"/>
                </a:solidFill>
              </a:defRPr>
            </a:lvl1pPr>
            <a:lvl2pPr>
              <a:defRPr sz="2025">
                <a:solidFill>
                  <a:srgbClr val="172B3A"/>
                </a:solidFill>
              </a:defRPr>
            </a:lvl2pPr>
            <a:lvl3pPr>
              <a:defRPr sz="2025">
                <a:solidFill>
                  <a:srgbClr val="172B3A"/>
                </a:solidFill>
              </a:defRPr>
            </a:lvl3pPr>
            <a:lvl4pPr>
              <a:defRPr sz="2025">
                <a:solidFill>
                  <a:srgbClr val="172B3A"/>
                </a:solidFill>
              </a:defRPr>
            </a:lvl4pPr>
            <a:lvl5pPr>
              <a:defRPr sz="2025">
                <a:solidFill>
                  <a:srgbClr val="172B3A"/>
                </a:solidFill>
              </a:defRPr>
            </a:lvl5pPr>
            <a:lvl6pPr>
              <a:defRPr sz="2025">
                <a:solidFill>
                  <a:srgbClr val="172B3A"/>
                </a:solidFill>
              </a:defRPr>
            </a:lvl6pPr>
            <a:lvl7pPr>
              <a:defRPr sz="2025">
                <a:solidFill>
                  <a:srgbClr val="172B3A"/>
                </a:solidFill>
              </a:defRPr>
            </a:lvl7pPr>
            <a:lvl8pPr>
              <a:defRPr sz="2025">
                <a:solidFill>
                  <a:srgbClr val="172B3A"/>
                </a:solidFill>
              </a:defRPr>
            </a:lvl8pPr>
            <a:lvl9pPr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评价单位为 Ah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四块电池上，复杂方法均未超过基线</a:t>
            </a:r>
          </a:p>
          <a:p xmlns:a="http://schemas.openxmlformats.org/drawingml/2006/main">
            <a:pPr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结果仅对应本次时间切分</a:t>
            </a:r>
          </a:p>
        </p:txBody>
      </p:sp>
    </p:spTree>
    <p:extLst>
      <p:ext uri="{BB962C8B-B14F-4D97-AF65-F5344CB8AC3E}">
        <p14:creationId xmlns:p14="http://schemas.microsoft.com/office/powerpoint/2010/main" val="1992985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33B97-0E4C-4337-AFD1-2E34E36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早期寿命外推的风险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AE653-3DFE-4307-BB60-920622B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ECBFD-DC9D-4989-A859-3508C3D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02433-DD58-44AB-8496-A2C346E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前30%记录拟合，固定起点向未来外推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80%首循环容量为研究阈值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B0005 实测101次达阈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线性预测229次  二次预测104次</a:t>
            </a:r>
          </a:p>
        </p:txBody>
      </p:sp>
    </p:spTree>
    <p:extLst>
      <p:ext uri="{BB962C8B-B14F-4D97-AF65-F5344CB8AC3E}">
        <p14:creationId xmlns:p14="http://schemas.microsoft.com/office/powerpoint/2010/main" val="129442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EA034-90A7-42BF-BBA1-665383C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误差带与维护建议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00905-A965-4303-9F75-6DA05B0E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E4987-DF2A-4CBB-A2E2-FD0667D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A90CB-DDE8-4987-A142-E6319B7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B0018 岭回归经验误差带覆盖率仅33.3%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临近阈值时复测容量并缩短预测范围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容量突变后重新校准模型与误差带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更换决策还需结合任务需求和设备规范</a:t>
            </a:r>
          </a:p>
        </p:txBody>
      </p:sp>
    </p:spTree>
    <p:extLst>
      <p:ext uri="{BB962C8B-B14F-4D97-AF65-F5344CB8AC3E}">
        <p14:creationId xmlns:p14="http://schemas.microsoft.com/office/powerpoint/2010/main" val="566409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1344A-1BC6-4703-8659-BECA9144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>
                <a:solidFill>
                  <a:srgbClr val="172B3A"/>
                </a:solidFill>
              </a:defRPr>
            </a:defPPr>
            <a:lvl1pPr>
              <a:defRPr sz="3000">
                <a:solidFill>
                  <a:srgbClr val="172B3A"/>
                </a:solidFill>
              </a:defRPr>
            </a:lvl1pPr>
            <a:lvl2pPr>
              <a:defRPr sz="3000">
                <a:solidFill>
                  <a:srgbClr val="172B3A"/>
                </a:solidFill>
              </a:defRPr>
            </a:lvl2pPr>
            <a:lvl3pPr>
              <a:defRPr sz="3000">
                <a:solidFill>
                  <a:srgbClr val="172B3A"/>
                </a:solidFill>
              </a:defRPr>
            </a:lvl3pPr>
            <a:lvl4pPr>
              <a:defRPr sz="3000">
                <a:solidFill>
                  <a:srgbClr val="172B3A"/>
                </a:solidFill>
              </a:defRPr>
            </a:lvl4pPr>
            <a:lvl5pPr>
              <a:defRPr sz="3000">
                <a:solidFill>
                  <a:srgbClr val="172B3A"/>
                </a:solidFill>
              </a:defRPr>
            </a:lvl5pPr>
            <a:lvl6pPr>
              <a:defRPr sz="3000">
                <a:solidFill>
                  <a:srgbClr val="172B3A"/>
                </a:solidFill>
              </a:defRPr>
            </a:lvl6pPr>
            <a:lvl7pPr>
              <a:defRPr sz="3000">
                <a:solidFill>
                  <a:srgbClr val="172B3A"/>
                </a:solidFill>
              </a:defRPr>
            </a:lvl7pPr>
            <a:lvl8pPr>
              <a:defRPr sz="3000">
                <a:solidFill>
                  <a:srgbClr val="172B3A"/>
                </a:solidFill>
              </a:defRPr>
            </a:lvl8pPr>
            <a:lvl9pPr>
              <a:defRPr sz="30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3000">
                <a:solidFill>
                  <a:srgbClr val="172B3A"/>
                </a:solidFill>
              </a:defRPr>
            </a:pPr>
            <a:r>
              <a:rPr sz="3000">
                <a:solidFill>
                  <a:srgbClr val="172B3A"/>
                </a:solidFill>
              </a:rPr>
              <a:t>结论与复现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F8E8-6A4F-4296-B173-42D54F1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题目三   电池健康评估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EE29-ACD9-46D0-8CA7-E94C93B1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defRPr sz="1200">
                <a:solidFill>
                  <a:srgbClr val="172B3A"/>
                </a:solidFill>
              </a:defRPr>
            </a:lvl1pPr>
            <a:lvl2pPr>
              <a:defRPr sz="1200">
                <a:solidFill>
                  <a:srgbClr val="172B3A"/>
                </a:solidFill>
              </a:defRPr>
            </a:lvl2pPr>
            <a:lvl3pPr>
              <a:defRPr sz="1200">
                <a:solidFill>
                  <a:srgbClr val="172B3A"/>
                </a:solidFill>
              </a:defRPr>
            </a:lvl3pPr>
            <a:lvl4pPr>
              <a:defRPr sz="1200">
                <a:solidFill>
                  <a:srgbClr val="172B3A"/>
                </a:solidFill>
              </a:defRPr>
            </a:lvl4pPr>
            <a:lvl5pPr>
              <a:defRPr sz="1200">
                <a:solidFill>
                  <a:srgbClr val="172B3A"/>
                </a:solidFill>
              </a:defRPr>
            </a:lvl5pPr>
            <a:lvl6pPr>
              <a:defRPr sz="1200">
                <a:solidFill>
                  <a:srgbClr val="172B3A"/>
                </a:solidFill>
              </a:defRPr>
            </a:lvl6pPr>
            <a:lvl7pPr>
              <a:defRPr sz="1200">
                <a:solidFill>
                  <a:srgbClr val="172B3A"/>
                </a:solidFill>
              </a:defRPr>
            </a:lvl7pPr>
            <a:lvl8pPr>
              <a:defRPr sz="1200">
                <a:solidFill>
                  <a:srgbClr val="172B3A"/>
                </a:solidFill>
              </a:defRPr>
            </a:lvl8pPr>
            <a:lvl9pPr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F84D0-3D6F-44C6-A09A-F22C8FF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defRPr sz="2400">
                <a:solidFill>
                  <a:srgbClr val="172B3A"/>
                </a:solidFill>
              </a:defRPr>
            </a:lvl1pPr>
            <a:lvl2pPr>
              <a:defRPr sz="2400">
                <a:solidFill>
                  <a:srgbClr val="172B3A"/>
                </a:solidFill>
              </a:defRPr>
            </a:lvl2pPr>
            <a:lvl3pPr>
              <a:defRPr sz="2400">
                <a:solidFill>
                  <a:srgbClr val="172B3A"/>
                </a:solidFill>
              </a:defRPr>
            </a:lvl3pPr>
            <a:lvl4pPr>
              <a:defRPr sz="2400">
                <a:solidFill>
                  <a:srgbClr val="172B3A"/>
                </a:solidFill>
              </a:defRPr>
            </a:lvl4pPr>
            <a:lvl5pPr>
              <a:defRPr sz="2400">
                <a:solidFill>
                  <a:srgbClr val="172B3A"/>
                </a:solidFill>
              </a:defRPr>
            </a:lvl5pPr>
            <a:lvl6pPr>
              <a:defRPr sz="2400">
                <a:solidFill>
                  <a:srgbClr val="172B3A"/>
                </a:solidFill>
              </a:defRPr>
            </a:lvl6pPr>
            <a:lvl7pPr>
              <a:defRPr sz="2400">
                <a:solidFill>
                  <a:srgbClr val="172B3A"/>
                </a:solidFill>
              </a:defRPr>
            </a:lvl7pPr>
            <a:lvl8pPr>
              <a:defRPr sz="2400">
                <a:solidFill>
                  <a:srgbClr val="172B3A"/>
                </a:solidFill>
              </a:defRPr>
            </a:lvl8pPr>
            <a:lvl9pPr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容量退化存在个体差异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短期预测应保留简单基线</a:t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寿命外推需要报告误差与阈值假设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GitHub  yxz666-Y/python-midterm-pre</a:t>
            </a:r>
          </a:p>
        </p:txBody>
      </p:sp>
    </p:spTree>
    <p:extLst>
      <p:ext uri="{BB962C8B-B14F-4D97-AF65-F5344CB8AC3E}">
        <p14:creationId xmlns:p14="http://schemas.microsoft.com/office/powerpoint/2010/main" val="1040716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2026-10-23T15:38:16.0730000Z</dcterms:created>
  <dcterms:modified xsi:type="dcterms:W3CDTF">2026-10-23T15:38:16.0730000Z</dcterms:modified>
</coreProperties>
</file>